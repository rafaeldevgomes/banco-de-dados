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tags/tag4.xml" ContentType="application/vnd.openxmlformats-officedocument.presentationml.tags+xml"/>
  <Override PartName="/ppt/notesSlides/notesSlide12.xml" ContentType="application/vnd.openxmlformats-officedocument.presentationml.notesSlide+xml"/>
  <Override PartName="/ppt/tags/tag5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03" r:id="rId2"/>
    <p:sldId id="343" r:id="rId3"/>
    <p:sldId id="307" r:id="rId4"/>
    <p:sldId id="320" r:id="rId5"/>
    <p:sldId id="323" r:id="rId6"/>
    <p:sldId id="309" r:id="rId7"/>
    <p:sldId id="324" r:id="rId8"/>
    <p:sldId id="290" r:id="rId9"/>
    <p:sldId id="325" r:id="rId10"/>
    <p:sldId id="310" r:id="rId11"/>
    <p:sldId id="326" r:id="rId12"/>
    <p:sldId id="327" r:id="rId13"/>
    <p:sldId id="288" r:id="rId14"/>
    <p:sldId id="291" r:id="rId15"/>
    <p:sldId id="329" r:id="rId16"/>
    <p:sldId id="312" r:id="rId17"/>
    <p:sldId id="321" r:id="rId18"/>
    <p:sldId id="335" r:id="rId19"/>
    <p:sldId id="336" r:id="rId20"/>
    <p:sldId id="337" r:id="rId21"/>
    <p:sldId id="330" r:id="rId22"/>
    <p:sldId id="331" r:id="rId23"/>
    <p:sldId id="338" r:id="rId24"/>
    <p:sldId id="294" r:id="rId25"/>
    <p:sldId id="308" r:id="rId26"/>
    <p:sldId id="313" r:id="rId27"/>
    <p:sldId id="328" r:id="rId28"/>
    <p:sldId id="304" r:id="rId29"/>
    <p:sldId id="332" r:id="rId30"/>
    <p:sldId id="298" r:id="rId31"/>
    <p:sldId id="315" r:id="rId32"/>
    <p:sldId id="317" r:id="rId33"/>
    <p:sldId id="333" r:id="rId34"/>
    <p:sldId id="334" r:id="rId35"/>
    <p:sldId id="322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454785-72AE-403A-BFCC-136D1320EA88}" v="3" dt="2025-02-20T16:47:37.5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91" autoAdjust="0"/>
    <p:restoredTop sz="94913" autoAdjust="0"/>
  </p:normalViewPr>
  <p:slideViewPr>
    <p:cSldViewPr snapToGrid="0">
      <p:cViewPr varScale="1">
        <p:scale>
          <a:sx n="76" d="100"/>
          <a:sy n="76" d="100"/>
        </p:scale>
        <p:origin x="6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" userId="f2c5d9e3-e1cd-491b-8eea-425a4d9cf1c2" providerId="ADAL" clId="{6E454785-72AE-403A-BFCC-136D1320EA88}"/>
    <pc:docChg chg="custSel addSld delSld modSld">
      <pc:chgData name="Roberto" userId="f2c5d9e3-e1cd-491b-8eea-425a4d9cf1c2" providerId="ADAL" clId="{6E454785-72AE-403A-BFCC-136D1320EA88}" dt="2025-02-20T16:47:37.560" v="13"/>
      <pc:docMkLst>
        <pc:docMk/>
      </pc:docMkLst>
      <pc:sldChg chg="new del">
        <pc:chgData name="Roberto" userId="f2c5d9e3-e1cd-491b-8eea-425a4d9cf1c2" providerId="ADAL" clId="{6E454785-72AE-403A-BFCC-136D1320EA88}" dt="2025-02-20T16:46:27.284" v="1" actId="47"/>
        <pc:sldMkLst>
          <pc:docMk/>
          <pc:sldMk cId="2063879690" sldId="339"/>
        </pc:sldMkLst>
      </pc:sldChg>
      <pc:sldChg chg="addSp delSp modSp mod modAnim">
        <pc:chgData name="Roberto" userId="f2c5d9e3-e1cd-491b-8eea-425a4d9cf1c2" providerId="ADAL" clId="{6E454785-72AE-403A-BFCC-136D1320EA88}" dt="2025-02-20T16:47:37.560" v="13"/>
        <pc:sldMkLst>
          <pc:docMk/>
          <pc:sldMk cId="926740664" sldId="343"/>
        </pc:sldMkLst>
        <pc:spChg chg="add mod">
          <ac:chgData name="Roberto" userId="f2c5d9e3-e1cd-491b-8eea-425a4d9cf1c2" providerId="ADAL" clId="{6E454785-72AE-403A-BFCC-136D1320EA88}" dt="2025-02-20T16:47:20.672" v="11" actId="14100"/>
          <ac:spMkLst>
            <pc:docMk/>
            <pc:sldMk cId="926740664" sldId="343"/>
            <ac:spMk id="3" creationId="{7DE36F8F-253F-4AEA-804D-3EF756621E7B}"/>
          </ac:spMkLst>
        </pc:spChg>
        <pc:spChg chg="add del mod">
          <ac:chgData name="Roberto" userId="f2c5d9e3-e1cd-491b-8eea-425a4d9cf1c2" providerId="ADAL" clId="{6E454785-72AE-403A-BFCC-136D1320EA88}" dt="2025-02-20T16:47:31.449" v="12" actId="478"/>
          <ac:spMkLst>
            <pc:docMk/>
            <pc:sldMk cId="926740664" sldId="343"/>
            <ac:spMk id="10" creationId="{AFB5CD73-2240-4BC5-B586-34172F2880A9}"/>
          </ac:spMkLst>
        </pc:spChg>
      </pc:sldChg>
    </pc:docChg>
  </pc:docChgLst>
  <pc:docChgLst>
    <pc:chgData name="Roberto" userId="f2c5d9e3-e1cd-491b-8eea-425a4d9cf1c2" providerId="ADAL" clId="{19CB1D06-4610-4584-8265-29EAC6B8F0DE}"/>
    <pc:docChg chg="undo custSel addSld modSld sldOrd">
      <pc:chgData name="Roberto" userId="f2c5d9e3-e1cd-491b-8eea-425a4d9cf1c2" providerId="ADAL" clId="{19CB1D06-4610-4584-8265-29EAC6B8F0DE}" dt="2025-01-15T20:57:07.508" v="379" actId="12100"/>
      <pc:docMkLst>
        <pc:docMk/>
      </pc:docMkLst>
      <pc:sldChg chg="modSp mod">
        <pc:chgData name="Roberto" userId="f2c5d9e3-e1cd-491b-8eea-425a4d9cf1c2" providerId="ADAL" clId="{19CB1D06-4610-4584-8265-29EAC6B8F0DE}" dt="2025-01-15T20:43:56.846" v="239" actId="6549"/>
        <pc:sldMkLst>
          <pc:docMk/>
          <pc:sldMk cId="3643222606" sldId="294"/>
        </pc:sldMkLst>
        <pc:spChg chg="mod">
          <ac:chgData name="Roberto" userId="f2c5d9e3-e1cd-491b-8eea-425a4d9cf1c2" providerId="ADAL" clId="{19CB1D06-4610-4584-8265-29EAC6B8F0DE}" dt="2025-01-15T20:43:56.846" v="239" actId="6549"/>
          <ac:spMkLst>
            <pc:docMk/>
            <pc:sldMk cId="3643222606" sldId="294"/>
            <ac:spMk id="29697" creationId="{00000000-0000-0000-0000-000000000000}"/>
          </ac:spMkLst>
        </pc:spChg>
      </pc:sldChg>
      <pc:sldChg chg="addSp modSp mod">
        <pc:chgData name="Roberto" userId="f2c5d9e3-e1cd-491b-8eea-425a4d9cf1c2" providerId="ADAL" clId="{19CB1D06-4610-4584-8265-29EAC6B8F0DE}" dt="2025-01-15T20:46:58.971" v="296" actId="2711"/>
        <pc:sldMkLst>
          <pc:docMk/>
          <pc:sldMk cId="2686935065" sldId="308"/>
        </pc:sldMkLst>
        <pc:spChg chg="add mod">
          <ac:chgData name="Roberto" userId="f2c5d9e3-e1cd-491b-8eea-425a4d9cf1c2" providerId="ADAL" clId="{19CB1D06-4610-4584-8265-29EAC6B8F0DE}" dt="2025-01-15T20:45:31.913" v="246" actId="13822"/>
          <ac:spMkLst>
            <pc:docMk/>
            <pc:sldMk cId="2686935065" sldId="308"/>
            <ac:spMk id="8" creationId="{C491B8FD-33AA-4326-B188-AFF93B1F230A}"/>
          </ac:spMkLst>
        </pc:spChg>
        <pc:spChg chg="add mod">
          <ac:chgData name="Roberto" userId="f2c5d9e3-e1cd-491b-8eea-425a4d9cf1c2" providerId="ADAL" clId="{19CB1D06-4610-4584-8265-29EAC6B8F0DE}" dt="2025-01-15T20:46:58.971" v="296" actId="2711"/>
          <ac:spMkLst>
            <pc:docMk/>
            <pc:sldMk cId="2686935065" sldId="308"/>
            <ac:spMk id="10" creationId="{7476F85A-CF71-4C3D-ADF8-C6654451FC25}"/>
          </ac:spMkLst>
        </pc:spChg>
        <pc:spChg chg="mod">
          <ac:chgData name="Roberto" userId="f2c5d9e3-e1cd-491b-8eea-425a4d9cf1c2" providerId="ADAL" clId="{19CB1D06-4610-4584-8265-29EAC6B8F0DE}" dt="2025-01-15T20:44:39.611" v="240" actId="207"/>
          <ac:spMkLst>
            <pc:docMk/>
            <pc:sldMk cId="2686935065" sldId="308"/>
            <ac:spMk id="39940" creationId="{00000000-0000-0000-0000-000000000000}"/>
          </ac:spMkLst>
        </pc:spChg>
        <pc:picChg chg="mod">
          <ac:chgData name="Roberto" userId="f2c5d9e3-e1cd-491b-8eea-425a4d9cf1c2" providerId="ADAL" clId="{19CB1D06-4610-4584-8265-29EAC6B8F0DE}" dt="2025-01-15T20:44:50.527" v="242" actId="1076"/>
          <ac:picMkLst>
            <pc:docMk/>
            <pc:sldMk cId="2686935065" sldId="308"/>
            <ac:picMk id="3" creationId="{00000000-0000-0000-0000-000000000000}"/>
          </ac:picMkLst>
        </pc:picChg>
      </pc:sldChg>
      <pc:sldChg chg="mod modShow">
        <pc:chgData name="Roberto" userId="f2c5d9e3-e1cd-491b-8eea-425a4d9cf1c2" providerId="ADAL" clId="{19CB1D06-4610-4584-8265-29EAC6B8F0DE}" dt="2025-01-15T20:38:00.358" v="47" actId="729"/>
        <pc:sldMkLst>
          <pc:docMk/>
          <pc:sldMk cId="3389258255" sldId="321"/>
        </pc:sldMkLst>
      </pc:sldChg>
      <pc:sldChg chg="mod modShow">
        <pc:chgData name="Roberto" userId="f2c5d9e3-e1cd-491b-8eea-425a4d9cf1c2" providerId="ADAL" clId="{19CB1D06-4610-4584-8265-29EAC6B8F0DE}" dt="2025-01-15T20:39:54.685" v="74" actId="729"/>
        <pc:sldMkLst>
          <pc:docMk/>
          <pc:sldMk cId="3253872082" sldId="330"/>
        </pc:sldMkLst>
      </pc:sldChg>
      <pc:sldChg chg="mod modShow">
        <pc:chgData name="Roberto" userId="f2c5d9e3-e1cd-491b-8eea-425a4d9cf1c2" providerId="ADAL" clId="{19CB1D06-4610-4584-8265-29EAC6B8F0DE}" dt="2025-01-15T20:39:59.129" v="75" actId="729"/>
        <pc:sldMkLst>
          <pc:docMk/>
          <pc:sldMk cId="3182532517" sldId="331"/>
        </pc:sldMkLst>
      </pc:sldChg>
      <pc:sldChg chg="addSp delSp modSp mod">
        <pc:chgData name="Roberto" userId="f2c5d9e3-e1cd-491b-8eea-425a4d9cf1c2" providerId="ADAL" clId="{19CB1D06-4610-4584-8265-29EAC6B8F0DE}" dt="2025-01-15T20:57:07.508" v="379" actId="12100"/>
        <pc:sldMkLst>
          <pc:docMk/>
          <pc:sldMk cId="1917396390" sldId="332"/>
        </pc:sldMkLst>
        <pc:spChg chg="add del mod">
          <ac:chgData name="Roberto" userId="f2c5d9e3-e1cd-491b-8eea-425a4d9cf1c2" providerId="ADAL" clId="{19CB1D06-4610-4584-8265-29EAC6B8F0DE}" dt="2025-01-15T20:56:49.188" v="376" actId="478"/>
          <ac:spMkLst>
            <pc:docMk/>
            <pc:sldMk cId="1917396390" sldId="332"/>
            <ac:spMk id="6" creationId="{C2A7FC40-EB6C-46B2-A186-36B202EAB8AE}"/>
          </ac:spMkLst>
        </pc:spChg>
        <pc:spChg chg="add del mod">
          <ac:chgData name="Roberto" userId="f2c5d9e3-e1cd-491b-8eea-425a4d9cf1c2" providerId="ADAL" clId="{19CB1D06-4610-4584-8265-29EAC6B8F0DE}" dt="2025-01-15T20:56:47.367" v="375" actId="478"/>
          <ac:spMkLst>
            <pc:docMk/>
            <pc:sldMk cId="1917396390" sldId="332"/>
            <ac:spMk id="7" creationId="{0AD5CB40-3AE0-4A1F-979F-0E7D14469553}"/>
          </ac:spMkLst>
        </pc:spChg>
        <pc:graphicFrameChg chg="add mod modGraphic">
          <ac:chgData name="Roberto" userId="f2c5d9e3-e1cd-491b-8eea-425a4d9cf1c2" providerId="ADAL" clId="{19CB1D06-4610-4584-8265-29EAC6B8F0DE}" dt="2025-01-15T20:57:07.508" v="379" actId="12100"/>
          <ac:graphicFrameMkLst>
            <pc:docMk/>
            <pc:sldMk cId="1917396390" sldId="332"/>
            <ac:graphicFrameMk id="5" creationId="{3B50BBD5-D5DC-4A26-B54A-2FE708A6D7B3}"/>
          </ac:graphicFrameMkLst>
        </pc:graphicFrameChg>
      </pc:sldChg>
      <pc:sldChg chg="addSp modSp new mod">
        <pc:chgData name="Roberto" userId="f2c5d9e3-e1cd-491b-8eea-425a4d9cf1c2" providerId="ADAL" clId="{19CB1D06-4610-4584-8265-29EAC6B8F0DE}" dt="2025-01-15T20:39:08.843" v="73" actId="14100"/>
        <pc:sldMkLst>
          <pc:docMk/>
          <pc:sldMk cId="2260224839" sldId="335"/>
        </pc:sldMkLst>
        <pc:spChg chg="mod">
          <ac:chgData name="Roberto" userId="f2c5d9e3-e1cd-491b-8eea-425a4d9cf1c2" providerId="ADAL" clId="{19CB1D06-4610-4584-8265-29EAC6B8F0DE}" dt="2025-01-15T20:24:52.675" v="43" actId="20577"/>
          <ac:spMkLst>
            <pc:docMk/>
            <pc:sldMk cId="2260224839" sldId="335"/>
            <ac:spMk id="2" creationId="{0392F545-7465-45E1-908C-7F20924EDF3A}"/>
          </ac:spMkLst>
        </pc:spChg>
        <pc:picChg chg="add mod">
          <ac:chgData name="Roberto" userId="f2c5d9e3-e1cd-491b-8eea-425a4d9cf1c2" providerId="ADAL" clId="{19CB1D06-4610-4584-8265-29EAC6B8F0DE}" dt="2025-01-15T20:39:08.843" v="73" actId="14100"/>
          <ac:picMkLst>
            <pc:docMk/>
            <pc:sldMk cId="2260224839" sldId="335"/>
            <ac:picMk id="4" creationId="{8EA9BDE8-E3B8-42FF-A2CA-27963BF59DDA}"/>
          </ac:picMkLst>
        </pc:picChg>
      </pc:sldChg>
      <pc:sldChg chg="addSp delSp modSp add mod modClrScheme chgLayout">
        <pc:chgData name="Roberto" userId="f2c5d9e3-e1cd-491b-8eea-425a4d9cf1c2" providerId="ADAL" clId="{19CB1D06-4610-4584-8265-29EAC6B8F0DE}" dt="2025-01-15T20:38:22.768" v="70" actId="20577"/>
        <pc:sldMkLst>
          <pc:docMk/>
          <pc:sldMk cId="3388156065" sldId="336"/>
        </pc:sldMkLst>
        <pc:spChg chg="mod">
          <ac:chgData name="Roberto" userId="f2c5d9e3-e1cd-491b-8eea-425a4d9cf1c2" providerId="ADAL" clId="{19CB1D06-4610-4584-8265-29EAC6B8F0DE}" dt="2025-01-15T20:38:22.768" v="70" actId="20577"/>
          <ac:spMkLst>
            <pc:docMk/>
            <pc:sldMk cId="3388156065" sldId="336"/>
            <ac:spMk id="2" creationId="{0392F545-7465-45E1-908C-7F20924EDF3A}"/>
          </ac:spMkLst>
        </pc:spChg>
        <pc:picChg chg="del">
          <ac:chgData name="Roberto" userId="f2c5d9e3-e1cd-491b-8eea-425a4d9cf1c2" providerId="ADAL" clId="{19CB1D06-4610-4584-8265-29EAC6B8F0DE}" dt="2025-01-15T20:26:21.877" v="45" actId="478"/>
          <ac:picMkLst>
            <pc:docMk/>
            <pc:sldMk cId="3388156065" sldId="336"/>
            <ac:picMk id="4" creationId="{8EA9BDE8-E3B8-42FF-A2CA-27963BF59DDA}"/>
          </ac:picMkLst>
        </pc:picChg>
        <pc:picChg chg="add mod">
          <ac:chgData name="Roberto" userId="f2c5d9e3-e1cd-491b-8eea-425a4d9cf1c2" providerId="ADAL" clId="{19CB1D06-4610-4584-8265-29EAC6B8F0DE}" dt="2025-01-15T20:38:11.706" v="48" actId="26606"/>
          <ac:picMkLst>
            <pc:docMk/>
            <pc:sldMk cId="3388156065" sldId="336"/>
            <ac:picMk id="5" creationId="{00FB027B-A065-4C08-8425-BF8C5BD1D1B4}"/>
          </ac:picMkLst>
        </pc:picChg>
      </pc:sldChg>
      <pc:sldChg chg="addSp delSp modSp add mod">
        <pc:chgData name="Roberto" userId="f2c5d9e3-e1cd-491b-8eea-425a4d9cf1c2" providerId="ADAL" clId="{19CB1D06-4610-4584-8265-29EAC6B8F0DE}" dt="2025-01-15T20:40:39.496" v="98" actId="26606"/>
        <pc:sldMkLst>
          <pc:docMk/>
          <pc:sldMk cId="51171962" sldId="337"/>
        </pc:sldMkLst>
        <pc:spChg chg="mod">
          <ac:chgData name="Roberto" userId="f2c5d9e3-e1cd-491b-8eea-425a4d9cf1c2" providerId="ADAL" clId="{19CB1D06-4610-4584-8265-29EAC6B8F0DE}" dt="2025-01-15T20:40:17.964" v="95" actId="20577"/>
          <ac:spMkLst>
            <pc:docMk/>
            <pc:sldMk cId="51171962" sldId="337"/>
            <ac:spMk id="2" creationId="{0392F545-7465-45E1-908C-7F20924EDF3A}"/>
          </ac:spMkLst>
        </pc:spChg>
        <pc:picChg chg="add mod">
          <ac:chgData name="Roberto" userId="f2c5d9e3-e1cd-491b-8eea-425a4d9cf1c2" providerId="ADAL" clId="{19CB1D06-4610-4584-8265-29EAC6B8F0DE}" dt="2025-01-15T20:40:39.496" v="98" actId="26606"/>
          <ac:picMkLst>
            <pc:docMk/>
            <pc:sldMk cId="51171962" sldId="337"/>
            <ac:picMk id="4" creationId="{3CD550D4-FF06-42A1-81BF-BB19513F2C0F}"/>
          </ac:picMkLst>
        </pc:picChg>
        <pc:picChg chg="del">
          <ac:chgData name="Roberto" userId="f2c5d9e3-e1cd-491b-8eea-425a4d9cf1c2" providerId="ADAL" clId="{19CB1D06-4610-4584-8265-29EAC6B8F0DE}" dt="2025-01-15T20:40:22.170" v="96" actId="478"/>
          <ac:picMkLst>
            <pc:docMk/>
            <pc:sldMk cId="51171962" sldId="337"/>
            <ac:picMk id="5" creationId="{00FB027B-A065-4C08-8425-BF8C5BD1D1B4}"/>
          </ac:picMkLst>
        </pc:picChg>
      </pc:sldChg>
      <pc:sldChg chg="addSp delSp modSp add mod ord modClrScheme chgLayout">
        <pc:chgData name="Roberto" userId="f2c5d9e3-e1cd-491b-8eea-425a4d9cf1c2" providerId="ADAL" clId="{19CB1D06-4610-4584-8265-29EAC6B8F0DE}" dt="2025-01-15T20:43:44.928" v="229"/>
        <pc:sldMkLst>
          <pc:docMk/>
          <pc:sldMk cId="1239549329" sldId="338"/>
        </pc:sldMkLst>
        <pc:spChg chg="mod ord">
          <ac:chgData name="Roberto" userId="f2c5d9e3-e1cd-491b-8eea-425a4d9cf1c2" providerId="ADAL" clId="{19CB1D06-4610-4584-8265-29EAC6B8F0DE}" dt="2025-01-15T20:42:44.561" v="181" actId="700"/>
          <ac:spMkLst>
            <pc:docMk/>
            <pc:sldMk cId="1239549329" sldId="338"/>
            <ac:spMk id="2" creationId="{00000000-0000-0000-0000-000000000000}"/>
          </ac:spMkLst>
        </pc:spChg>
        <pc:spChg chg="mod">
          <ac:chgData name="Roberto" userId="f2c5d9e3-e1cd-491b-8eea-425a4d9cf1c2" providerId="ADAL" clId="{19CB1D06-4610-4584-8265-29EAC6B8F0DE}" dt="2025-01-15T20:43:37.952" v="227" actId="404"/>
          <ac:spMkLst>
            <pc:docMk/>
            <pc:sldMk cId="1239549329" sldId="338"/>
            <ac:spMk id="4" creationId="{A99DD326-F652-462F-9D37-26879038B5F1}"/>
          </ac:spMkLst>
        </pc:spChg>
        <pc:spChg chg="add del mod">
          <ac:chgData name="Roberto" userId="f2c5d9e3-e1cd-491b-8eea-425a4d9cf1c2" providerId="ADAL" clId="{19CB1D06-4610-4584-8265-29EAC6B8F0DE}" dt="2025-01-15T20:42:44.561" v="181" actId="700"/>
          <ac:spMkLst>
            <pc:docMk/>
            <pc:sldMk cId="1239549329" sldId="338"/>
            <ac:spMk id="6" creationId="{CC34297C-5CC6-4BEA-9659-32FA0E5BA1D8}"/>
          </ac:spMkLst>
        </pc:spChg>
        <pc:spChg chg="mod ord">
          <ac:chgData name="Roberto" userId="f2c5d9e3-e1cd-491b-8eea-425a4d9cf1c2" providerId="ADAL" clId="{19CB1D06-4610-4584-8265-29EAC6B8F0DE}" dt="2025-01-15T20:42:44.561" v="181" actId="700"/>
          <ac:spMkLst>
            <pc:docMk/>
            <pc:sldMk cId="1239549329" sldId="338"/>
            <ac:spMk id="29697" creationId="{00000000-0000-0000-0000-000000000000}"/>
          </ac:spMkLst>
        </pc:spChg>
        <pc:spChg chg="mod ord">
          <ac:chgData name="Roberto" userId="f2c5d9e3-e1cd-491b-8eea-425a4d9cf1c2" providerId="ADAL" clId="{19CB1D06-4610-4584-8265-29EAC6B8F0DE}" dt="2025-01-15T20:42:44.561" v="181" actId="700"/>
          <ac:spMkLst>
            <pc:docMk/>
            <pc:sldMk cId="1239549329" sldId="338"/>
            <ac:spMk id="29698" creationId="{00000000-0000-0000-0000-000000000000}"/>
          </ac:spMkLst>
        </pc:spChg>
        <pc:spChg chg="del mod">
          <ac:chgData name="Roberto" userId="f2c5d9e3-e1cd-491b-8eea-425a4d9cf1c2" providerId="ADAL" clId="{19CB1D06-4610-4584-8265-29EAC6B8F0DE}" dt="2025-01-15T20:41:52.992" v="128" actId="478"/>
          <ac:spMkLst>
            <pc:docMk/>
            <pc:sldMk cId="1239549329" sldId="338"/>
            <ac:spMk id="29700" creationId="{00000000-0000-0000-0000-000000000000}"/>
          </ac:spMkLst>
        </pc:spChg>
        <pc:picChg chg="mod">
          <ac:chgData name="Roberto" userId="f2c5d9e3-e1cd-491b-8eea-425a4d9cf1c2" providerId="ADAL" clId="{19CB1D06-4610-4584-8265-29EAC6B8F0DE}" dt="2025-01-15T20:42:46.547" v="182" actId="1076"/>
          <ac:picMkLst>
            <pc:docMk/>
            <pc:sldMk cId="1239549329" sldId="338"/>
            <ac:picMk id="3" creationId="{00000000-0000-0000-0000-000000000000}"/>
          </ac:picMkLst>
        </pc:pic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2B0AF6-1657-44A9-AAB1-2504BA09D379}" type="doc">
      <dgm:prSet loTypeId="urn:microsoft.com/office/officeart/2005/8/layout/process3" loCatId="process" qsTypeId="urn:microsoft.com/office/officeart/2005/8/quickstyle/simple1" qsCatId="simple" csTypeId="urn:microsoft.com/office/officeart/2005/8/colors/colorful4" csCatId="colorful" phldr="1"/>
      <dgm:spPr/>
    </dgm:pt>
    <dgm:pt modelId="{136E1A22-AAD6-4DF3-9F88-7C1248C552F1}">
      <dgm:prSet phldrT="[Texto]" custT="1"/>
      <dgm:spPr/>
      <dgm:t>
        <a:bodyPr/>
        <a:lstStyle/>
        <a:p>
          <a:r>
            <a:rPr lang="pt-BR" sz="1600" dirty="0">
              <a:solidFill>
                <a:srgbClr val="C00000"/>
              </a:solidFill>
            </a:rPr>
            <a:t>1. Análise de Requisitos</a:t>
          </a:r>
        </a:p>
      </dgm:t>
    </dgm:pt>
    <dgm:pt modelId="{ADC6C34F-687B-41A7-A5D0-91D39DCFF963}" type="parTrans" cxnId="{727DF8F5-77CF-46AE-8182-107DE539DB4E}">
      <dgm:prSet/>
      <dgm:spPr/>
      <dgm:t>
        <a:bodyPr/>
        <a:lstStyle/>
        <a:p>
          <a:endParaRPr lang="pt-BR"/>
        </a:p>
      </dgm:t>
    </dgm:pt>
    <dgm:pt modelId="{1958C13C-CCCD-4AA1-8439-2C49F5960147}" type="sibTrans" cxnId="{727DF8F5-77CF-46AE-8182-107DE539DB4E}">
      <dgm:prSet/>
      <dgm:spPr/>
      <dgm:t>
        <a:bodyPr/>
        <a:lstStyle/>
        <a:p>
          <a:endParaRPr lang="pt-BR"/>
        </a:p>
      </dgm:t>
    </dgm:pt>
    <dgm:pt modelId="{576FB7C4-62AF-48BE-AAA0-DB85DB29E8BA}">
      <dgm:prSet phldrT="[Texto]" custT="1"/>
      <dgm:spPr/>
      <dgm:t>
        <a:bodyPr/>
        <a:lstStyle/>
        <a:p>
          <a:r>
            <a:rPr lang="pt-BR" sz="1600" dirty="0">
              <a:solidFill>
                <a:srgbClr val="C00000"/>
              </a:solidFill>
            </a:rPr>
            <a:t>2. Modelo Conceitual</a:t>
          </a:r>
        </a:p>
      </dgm:t>
    </dgm:pt>
    <dgm:pt modelId="{C26D40A2-A694-4B0D-B7EA-812594AED5CE}" type="parTrans" cxnId="{31C36247-BDB3-493B-9287-EE68E0776493}">
      <dgm:prSet/>
      <dgm:spPr/>
      <dgm:t>
        <a:bodyPr/>
        <a:lstStyle/>
        <a:p>
          <a:endParaRPr lang="pt-BR"/>
        </a:p>
      </dgm:t>
    </dgm:pt>
    <dgm:pt modelId="{F82996EE-2361-4C42-913C-11F19236234B}" type="sibTrans" cxnId="{31C36247-BDB3-493B-9287-EE68E0776493}">
      <dgm:prSet/>
      <dgm:spPr/>
      <dgm:t>
        <a:bodyPr/>
        <a:lstStyle/>
        <a:p>
          <a:endParaRPr lang="pt-BR"/>
        </a:p>
      </dgm:t>
    </dgm:pt>
    <dgm:pt modelId="{D084B81C-7F34-4F12-9114-329D8F5B5407}">
      <dgm:prSet phldrT="[Texto]" custT="1"/>
      <dgm:spPr/>
      <dgm:t>
        <a:bodyPr/>
        <a:lstStyle/>
        <a:p>
          <a:r>
            <a:rPr lang="pt-BR" sz="1600" dirty="0"/>
            <a:t>3. Lógico, físico, segurança, </a:t>
          </a:r>
          <a:r>
            <a:rPr lang="pt-BR" sz="1600" dirty="0" err="1"/>
            <a:t>etc</a:t>
          </a:r>
          <a:endParaRPr lang="pt-BR" sz="1600" dirty="0"/>
        </a:p>
      </dgm:t>
    </dgm:pt>
    <dgm:pt modelId="{F635E8C4-6503-4AA3-8376-9B7E0DCDF922}" type="parTrans" cxnId="{B4C9A704-00E9-4C87-A079-0812E79CC56E}">
      <dgm:prSet/>
      <dgm:spPr/>
      <dgm:t>
        <a:bodyPr/>
        <a:lstStyle/>
        <a:p>
          <a:endParaRPr lang="pt-BR"/>
        </a:p>
      </dgm:t>
    </dgm:pt>
    <dgm:pt modelId="{81CB6F66-C7C1-45EB-B1D8-9E513A1797B8}" type="sibTrans" cxnId="{B4C9A704-00E9-4C87-A079-0812E79CC56E}">
      <dgm:prSet/>
      <dgm:spPr/>
      <dgm:t>
        <a:bodyPr/>
        <a:lstStyle/>
        <a:p>
          <a:endParaRPr lang="pt-BR"/>
        </a:p>
      </dgm:t>
    </dgm:pt>
    <dgm:pt modelId="{EFFE1D5B-9E42-4794-90E4-ED1F30DD512D}">
      <dgm:prSet/>
      <dgm:spPr/>
      <dgm:t>
        <a:bodyPr/>
        <a:lstStyle/>
        <a:p>
          <a:r>
            <a:rPr lang="pt-BR" dirty="0">
              <a:solidFill>
                <a:srgbClr val="000000"/>
              </a:solidFill>
              <a:latin typeface="Arial Narrow" panose="020B0606020202030204" pitchFamily="34" charset="0"/>
            </a:rPr>
            <a:t>“ Uma empresa manufatura produtos. Cada produto tem um código, nome e pertence a uma categoria . As categorias são divididas em....”</a:t>
          </a:r>
          <a:endParaRPr lang="pt-BR" dirty="0"/>
        </a:p>
      </dgm:t>
    </dgm:pt>
    <dgm:pt modelId="{762774B2-CA9F-4764-9D38-9751C755C045}" type="parTrans" cxnId="{E9426BDF-81D6-49C5-8BC2-89993447A11C}">
      <dgm:prSet/>
      <dgm:spPr/>
      <dgm:t>
        <a:bodyPr/>
        <a:lstStyle/>
        <a:p>
          <a:endParaRPr lang="pt-BR"/>
        </a:p>
      </dgm:t>
    </dgm:pt>
    <dgm:pt modelId="{FC82BA51-F9BB-423A-956B-FB7E43095F5E}" type="sibTrans" cxnId="{E9426BDF-81D6-49C5-8BC2-89993447A11C}">
      <dgm:prSet/>
      <dgm:spPr/>
      <dgm:t>
        <a:bodyPr/>
        <a:lstStyle/>
        <a:p>
          <a:endParaRPr lang="pt-BR"/>
        </a:p>
      </dgm:t>
    </dgm:pt>
    <dgm:pt modelId="{EDEA27CD-2432-4E46-B31F-2537A5AB8ACA}" type="pres">
      <dgm:prSet presAssocID="{602B0AF6-1657-44A9-AAB1-2504BA09D379}" presName="linearFlow" presStyleCnt="0">
        <dgm:presLayoutVars>
          <dgm:dir/>
          <dgm:animLvl val="lvl"/>
          <dgm:resizeHandles val="exact"/>
        </dgm:presLayoutVars>
      </dgm:prSet>
      <dgm:spPr/>
    </dgm:pt>
    <dgm:pt modelId="{9961932E-DCAD-4510-95B9-C07A54FDBB5F}" type="pres">
      <dgm:prSet presAssocID="{136E1A22-AAD6-4DF3-9F88-7C1248C552F1}" presName="composite" presStyleCnt="0"/>
      <dgm:spPr/>
    </dgm:pt>
    <dgm:pt modelId="{54B31D05-D656-44BA-B594-2B636727FDD5}" type="pres">
      <dgm:prSet presAssocID="{136E1A22-AAD6-4DF3-9F88-7C1248C552F1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1472F66D-2E35-46C0-8EF4-4CFFE80AC3A9}" type="pres">
      <dgm:prSet presAssocID="{136E1A22-AAD6-4DF3-9F88-7C1248C552F1}" presName="parSh" presStyleLbl="node1" presStyleIdx="0" presStyleCnt="3"/>
      <dgm:spPr/>
    </dgm:pt>
    <dgm:pt modelId="{D33F40E7-C6E3-4D1A-B004-8688BC34B4EF}" type="pres">
      <dgm:prSet presAssocID="{136E1A22-AAD6-4DF3-9F88-7C1248C552F1}" presName="desTx" presStyleLbl="fgAcc1" presStyleIdx="0" presStyleCnt="3">
        <dgm:presLayoutVars>
          <dgm:bulletEnabled val="1"/>
        </dgm:presLayoutVars>
      </dgm:prSet>
      <dgm:spPr/>
    </dgm:pt>
    <dgm:pt modelId="{DECAA5F8-3294-4599-961A-68D1CD72A259}" type="pres">
      <dgm:prSet presAssocID="{1958C13C-CCCD-4AA1-8439-2C49F5960147}" presName="sibTrans" presStyleLbl="sibTrans2D1" presStyleIdx="0" presStyleCnt="2"/>
      <dgm:spPr/>
    </dgm:pt>
    <dgm:pt modelId="{E89C2E5B-A2F2-49D5-941B-229DECD8F85D}" type="pres">
      <dgm:prSet presAssocID="{1958C13C-CCCD-4AA1-8439-2C49F5960147}" presName="connTx" presStyleLbl="sibTrans2D1" presStyleIdx="0" presStyleCnt="2"/>
      <dgm:spPr/>
    </dgm:pt>
    <dgm:pt modelId="{A7B6A065-20B1-49E7-8ADB-BA92C4689B8E}" type="pres">
      <dgm:prSet presAssocID="{576FB7C4-62AF-48BE-AAA0-DB85DB29E8BA}" presName="composite" presStyleCnt="0"/>
      <dgm:spPr/>
    </dgm:pt>
    <dgm:pt modelId="{73E0B475-FC04-4031-A430-D84371A213E2}" type="pres">
      <dgm:prSet presAssocID="{576FB7C4-62AF-48BE-AAA0-DB85DB29E8BA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E57CE36-851F-4DFF-88B3-C70382085A4C}" type="pres">
      <dgm:prSet presAssocID="{576FB7C4-62AF-48BE-AAA0-DB85DB29E8BA}" presName="parSh" presStyleLbl="node1" presStyleIdx="1" presStyleCnt="3"/>
      <dgm:spPr/>
    </dgm:pt>
    <dgm:pt modelId="{56F3FEB3-07FE-44FB-AF16-D94E998D5FCC}" type="pres">
      <dgm:prSet presAssocID="{576FB7C4-62AF-48BE-AAA0-DB85DB29E8BA}" presName="desTx" presStyleLbl="fgAcc1" presStyleIdx="1" presStyleCnt="3">
        <dgm:presLayoutVars>
          <dgm:bulletEnabled val="1"/>
        </dgm:presLayoutVars>
      </dgm:prSet>
      <dgm:spPr/>
    </dgm:pt>
    <dgm:pt modelId="{CE28FB8D-8751-4038-8681-8EFCB49B264D}" type="pres">
      <dgm:prSet presAssocID="{F82996EE-2361-4C42-913C-11F19236234B}" presName="sibTrans" presStyleLbl="sibTrans2D1" presStyleIdx="1" presStyleCnt="2"/>
      <dgm:spPr/>
    </dgm:pt>
    <dgm:pt modelId="{77FDE59D-EA6B-4445-B219-C98F870F225D}" type="pres">
      <dgm:prSet presAssocID="{F82996EE-2361-4C42-913C-11F19236234B}" presName="connTx" presStyleLbl="sibTrans2D1" presStyleIdx="1" presStyleCnt="2"/>
      <dgm:spPr/>
    </dgm:pt>
    <dgm:pt modelId="{C9A72ABC-6CC3-4824-9CDF-E1F5FA18F321}" type="pres">
      <dgm:prSet presAssocID="{D084B81C-7F34-4F12-9114-329D8F5B5407}" presName="composite" presStyleCnt="0"/>
      <dgm:spPr/>
    </dgm:pt>
    <dgm:pt modelId="{5E182D33-F6BD-4605-98BA-BB375079C840}" type="pres">
      <dgm:prSet presAssocID="{D084B81C-7F34-4F12-9114-329D8F5B5407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28967DF-906A-4761-A24C-9EA06C1195ED}" type="pres">
      <dgm:prSet presAssocID="{D084B81C-7F34-4F12-9114-329D8F5B5407}" presName="parSh" presStyleLbl="node1" presStyleIdx="2" presStyleCnt="3"/>
      <dgm:spPr/>
    </dgm:pt>
    <dgm:pt modelId="{FF5284E9-83F3-4D30-9048-E6FD57710F22}" type="pres">
      <dgm:prSet presAssocID="{D084B81C-7F34-4F12-9114-329D8F5B5407}" presName="desTx" presStyleLbl="fgAcc1" presStyleIdx="2" presStyleCnt="3">
        <dgm:presLayoutVars>
          <dgm:bulletEnabled val="1"/>
        </dgm:presLayoutVars>
      </dgm:prSet>
      <dgm:spPr/>
    </dgm:pt>
  </dgm:ptLst>
  <dgm:cxnLst>
    <dgm:cxn modelId="{B4C9A704-00E9-4C87-A079-0812E79CC56E}" srcId="{602B0AF6-1657-44A9-AAB1-2504BA09D379}" destId="{D084B81C-7F34-4F12-9114-329D8F5B5407}" srcOrd="2" destOrd="0" parTransId="{F635E8C4-6503-4AA3-8376-9B7E0DCDF922}" sibTransId="{81CB6F66-C7C1-45EB-B1D8-9E513A1797B8}"/>
    <dgm:cxn modelId="{B5297D14-0448-464B-814C-31BC6622498B}" type="presOf" srcId="{602B0AF6-1657-44A9-AAB1-2504BA09D379}" destId="{EDEA27CD-2432-4E46-B31F-2537A5AB8ACA}" srcOrd="0" destOrd="0" presId="urn:microsoft.com/office/officeart/2005/8/layout/process3"/>
    <dgm:cxn modelId="{DA87FF1B-8206-4609-80AA-6E8DAD9389FC}" type="presOf" srcId="{1958C13C-CCCD-4AA1-8439-2C49F5960147}" destId="{E89C2E5B-A2F2-49D5-941B-229DECD8F85D}" srcOrd="1" destOrd="0" presId="urn:microsoft.com/office/officeart/2005/8/layout/process3"/>
    <dgm:cxn modelId="{8C8D5029-4E10-419E-ABEE-1E89C3141754}" type="presOf" srcId="{576FB7C4-62AF-48BE-AAA0-DB85DB29E8BA}" destId="{73E0B475-FC04-4031-A430-D84371A213E2}" srcOrd="0" destOrd="0" presId="urn:microsoft.com/office/officeart/2005/8/layout/process3"/>
    <dgm:cxn modelId="{31C36247-BDB3-493B-9287-EE68E0776493}" srcId="{602B0AF6-1657-44A9-AAB1-2504BA09D379}" destId="{576FB7C4-62AF-48BE-AAA0-DB85DB29E8BA}" srcOrd="1" destOrd="0" parTransId="{C26D40A2-A694-4B0D-B7EA-812594AED5CE}" sibTransId="{F82996EE-2361-4C42-913C-11F19236234B}"/>
    <dgm:cxn modelId="{673DA467-0177-4552-AAAA-AE4391D89261}" type="presOf" srcId="{1958C13C-CCCD-4AA1-8439-2C49F5960147}" destId="{DECAA5F8-3294-4599-961A-68D1CD72A259}" srcOrd="0" destOrd="0" presId="urn:microsoft.com/office/officeart/2005/8/layout/process3"/>
    <dgm:cxn modelId="{2E7FAE47-7F7A-4A45-A9C6-52AC6A90A0A0}" type="presOf" srcId="{F82996EE-2361-4C42-913C-11F19236234B}" destId="{CE28FB8D-8751-4038-8681-8EFCB49B264D}" srcOrd="0" destOrd="0" presId="urn:microsoft.com/office/officeart/2005/8/layout/process3"/>
    <dgm:cxn modelId="{706A4A68-4F16-4A47-A51B-DEE92137C132}" type="presOf" srcId="{F82996EE-2361-4C42-913C-11F19236234B}" destId="{77FDE59D-EA6B-4445-B219-C98F870F225D}" srcOrd="1" destOrd="0" presId="urn:microsoft.com/office/officeart/2005/8/layout/process3"/>
    <dgm:cxn modelId="{57351156-5CF4-42B8-A1D9-E1CEBED5E2CE}" type="presOf" srcId="{576FB7C4-62AF-48BE-AAA0-DB85DB29E8BA}" destId="{8E57CE36-851F-4DFF-88B3-C70382085A4C}" srcOrd="1" destOrd="0" presId="urn:microsoft.com/office/officeart/2005/8/layout/process3"/>
    <dgm:cxn modelId="{CB5D5CAA-28E7-49C1-9CDB-DE39B349A9D2}" type="presOf" srcId="{136E1A22-AAD6-4DF3-9F88-7C1248C552F1}" destId="{54B31D05-D656-44BA-B594-2B636727FDD5}" srcOrd="0" destOrd="0" presId="urn:microsoft.com/office/officeart/2005/8/layout/process3"/>
    <dgm:cxn modelId="{FE71B8CE-F964-458F-9E8B-EC4A48702381}" type="presOf" srcId="{D084B81C-7F34-4F12-9114-329D8F5B5407}" destId="{5E182D33-F6BD-4605-98BA-BB375079C840}" srcOrd="0" destOrd="0" presId="urn:microsoft.com/office/officeart/2005/8/layout/process3"/>
    <dgm:cxn modelId="{13A06AD9-AB50-490C-B8B2-825DA7F2BD7D}" type="presOf" srcId="{EFFE1D5B-9E42-4794-90E4-ED1F30DD512D}" destId="{D33F40E7-C6E3-4D1A-B004-8688BC34B4EF}" srcOrd="0" destOrd="0" presId="urn:microsoft.com/office/officeart/2005/8/layout/process3"/>
    <dgm:cxn modelId="{E9426BDF-81D6-49C5-8BC2-89993447A11C}" srcId="{136E1A22-AAD6-4DF3-9F88-7C1248C552F1}" destId="{EFFE1D5B-9E42-4794-90E4-ED1F30DD512D}" srcOrd="0" destOrd="0" parTransId="{762774B2-CA9F-4764-9D38-9751C755C045}" sibTransId="{FC82BA51-F9BB-423A-956B-FB7E43095F5E}"/>
    <dgm:cxn modelId="{2FC104E9-4B35-4275-AAB4-88B853C8D6C4}" type="presOf" srcId="{136E1A22-AAD6-4DF3-9F88-7C1248C552F1}" destId="{1472F66D-2E35-46C0-8EF4-4CFFE80AC3A9}" srcOrd="1" destOrd="0" presId="urn:microsoft.com/office/officeart/2005/8/layout/process3"/>
    <dgm:cxn modelId="{63ED93F1-EB9D-44E0-9F6D-942FF84A9E7F}" type="presOf" srcId="{D084B81C-7F34-4F12-9114-329D8F5B5407}" destId="{928967DF-906A-4761-A24C-9EA06C1195ED}" srcOrd="1" destOrd="0" presId="urn:microsoft.com/office/officeart/2005/8/layout/process3"/>
    <dgm:cxn modelId="{727DF8F5-77CF-46AE-8182-107DE539DB4E}" srcId="{602B0AF6-1657-44A9-AAB1-2504BA09D379}" destId="{136E1A22-AAD6-4DF3-9F88-7C1248C552F1}" srcOrd="0" destOrd="0" parTransId="{ADC6C34F-687B-41A7-A5D0-91D39DCFF963}" sibTransId="{1958C13C-CCCD-4AA1-8439-2C49F5960147}"/>
    <dgm:cxn modelId="{7C33E19D-E870-4247-AD1E-B137BEA4E764}" type="presParOf" srcId="{EDEA27CD-2432-4E46-B31F-2537A5AB8ACA}" destId="{9961932E-DCAD-4510-95B9-C07A54FDBB5F}" srcOrd="0" destOrd="0" presId="urn:microsoft.com/office/officeart/2005/8/layout/process3"/>
    <dgm:cxn modelId="{0E3F0F71-28AF-4037-99E5-A7CD38C78E05}" type="presParOf" srcId="{9961932E-DCAD-4510-95B9-C07A54FDBB5F}" destId="{54B31D05-D656-44BA-B594-2B636727FDD5}" srcOrd="0" destOrd="0" presId="urn:microsoft.com/office/officeart/2005/8/layout/process3"/>
    <dgm:cxn modelId="{CC92ED28-FEE8-42F3-B27E-048CAE888E07}" type="presParOf" srcId="{9961932E-DCAD-4510-95B9-C07A54FDBB5F}" destId="{1472F66D-2E35-46C0-8EF4-4CFFE80AC3A9}" srcOrd="1" destOrd="0" presId="urn:microsoft.com/office/officeart/2005/8/layout/process3"/>
    <dgm:cxn modelId="{CE5BCCA8-AC24-4CC2-A734-A414D41998E5}" type="presParOf" srcId="{9961932E-DCAD-4510-95B9-C07A54FDBB5F}" destId="{D33F40E7-C6E3-4D1A-B004-8688BC34B4EF}" srcOrd="2" destOrd="0" presId="urn:microsoft.com/office/officeart/2005/8/layout/process3"/>
    <dgm:cxn modelId="{FEEEEB37-844C-482B-B197-578EF86B5E73}" type="presParOf" srcId="{EDEA27CD-2432-4E46-B31F-2537A5AB8ACA}" destId="{DECAA5F8-3294-4599-961A-68D1CD72A259}" srcOrd="1" destOrd="0" presId="urn:microsoft.com/office/officeart/2005/8/layout/process3"/>
    <dgm:cxn modelId="{E01F106C-853D-4868-8CC3-DD6DA751E8CB}" type="presParOf" srcId="{DECAA5F8-3294-4599-961A-68D1CD72A259}" destId="{E89C2E5B-A2F2-49D5-941B-229DECD8F85D}" srcOrd="0" destOrd="0" presId="urn:microsoft.com/office/officeart/2005/8/layout/process3"/>
    <dgm:cxn modelId="{76C29E7B-F1BE-49D3-99F9-978560CB1F0D}" type="presParOf" srcId="{EDEA27CD-2432-4E46-B31F-2537A5AB8ACA}" destId="{A7B6A065-20B1-49E7-8ADB-BA92C4689B8E}" srcOrd="2" destOrd="0" presId="urn:microsoft.com/office/officeart/2005/8/layout/process3"/>
    <dgm:cxn modelId="{BE40AF69-51D6-4395-9354-E7C4D9FFE6BF}" type="presParOf" srcId="{A7B6A065-20B1-49E7-8ADB-BA92C4689B8E}" destId="{73E0B475-FC04-4031-A430-D84371A213E2}" srcOrd="0" destOrd="0" presId="urn:microsoft.com/office/officeart/2005/8/layout/process3"/>
    <dgm:cxn modelId="{BF906859-6120-4BC0-8C89-D1FD22FDD44A}" type="presParOf" srcId="{A7B6A065-20B1-49E7-8ADB-BA92C4689B8E}" destId="{8E57CE36-851F-4DFF-88B3-C70382085A4C}" srcOrd="1" destOrd="0" presId="urn:microsoft.com/office/officeart/2005/8/layout/process3"/>
    <dgm:cxn modelId="{8E4D49CA-5B2C-4533-8A0C-1DBE91BB82B4}" type="presParOf" srcId="{A7B6A065-20B1-49E7-8ADB-BA92C4689B8E}" destId="{56F3FEB3-07FE-44FB-AF16-D94E998D5FCC}" srcOrd="2" destOrd="0" presId="urn:microsoft.com/office/officeart/2005/8/layout/process3"/>
    <dgm:cxn modelId="{CB870512-55FC-48B2-9833-873F4DD19337}" type="presParOf" srcId="{EDEA27CD-2432-4E46-B31F-2537A5AB8ACA}" destId="{CE28FB8D-8751-4038-8681-8EFCB49B264D}" srcOrd="3" destOrd="0" presId="urn:microsoft.com/office/officeart/2005/8/layout/process3"/>
    <dgm:cxn modelId="{BB37CB02-9F47-4142-92A6-2203717A5268}" type="presParOf" srcId="{CE28FB8D-8751-4038-8681-8EFCB49B264D}" destId="{77FDE59D-EA6B-4445-B219-C98F870F225D}" srcOrd="0" destOrd="0" presId="urn:microsoft.com/office/officeart/2005/8/layout/process3"/>
    <dgm:cxn modelId="{24F3D7D1-99C6-4CA6-A0D9-BF2EBCD51BC2}" type="presParOf" srcId="{EDEA27CD-2432-4E46-B31F-2537A5AB8ACA}" destId="{C9A72ABC-6CC3-4824-9CDF-E1F5FA18F321}" srcOrd="4" destOrd="0" presId="urn:microsoft.com/office/officeart/2005/8/layout/process3"/>
    <dgm:cxn modelId="{B968E26E-8545-4F7F-A249-85A16BB77810}" type="presParOf" srcId="{C9A72ABC-6CC3-4824-9CDF-E1F5FA18F321}" destId="{5E182D33-F6BD-4605-98BA-BB375079C840}" srcOrd="0" destOrd="0" presId="urn:microsoft.com/office/officeart/2005/8/layout/process3"/>
    <dgm:cxn modelId="{7F980BA8-C3CF-43F3-946E-2B5065F4E299}" type="presParOf" srcId="{C9A72ABC-6CC3-4824-9CDF-E1F5FA18F321}" destId="{928967DF-906A-4761-A24C-9EA06C1195ED}" srcOrd="1" destOrd="0" presId="urn:microsoft.com/office/officeart/2005/8/layout/process3"/>
    <dgm:cxn modelId="{FC07314D-C0EF-4DA6-A000-FD902C876840}" type="presParOf" srcId="{C9A72ABC-6CC3-4824-9CDF-E1F5FA18F321}" destId="{FF5284E9-83F3-4D30-9048-E6FD57710F22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DC001E-619B-424C-97C1-9F24737F9463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pt-BR"/>
        </a:p>
      </dgm:t>
    </dgm:pt>
    <dgm:pt modelId="{F7FB182D-2C4F-46BC-8CC4-362FE2C08079}">
      <dgm:prSet phldrT="[Texto]"/>
      <dgm:spPr/>
      <dgm:t>
        <a:bodyPr/>
        <a:lstStyle/>
        <a:p>
          <a:r>
            <a:rPr lang="pt-BR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rPr>
            <a:t>Relacional</a:t>
          </a:r>
          <a:endParaRPr lang="pt-BR" dirty="0"/>
        </a:p>
      </dgm:t>
    </dgm:pt>
    <dgm:pt modelId="{949C0D12-9C40-48BC-86B6-25C06F5D0386}" type="parTrans" cxnId="{E290CA96-D5CA-49FC-A784-BF0CF16F9D2B}">
      <dgm:prSet/>
      <dgm:spPr/>
      <dgm:t>
        <a:bodyPr/>
        <a:lstStyle/>
        <a:p>
          <a:endParaRPr lang="pt-BR"/>
        </a:p>
      </dgm:t>
    </dgm:pt>
    <dgm:pt modelId="{9DB53A0C-DDA7-4D46-A75A-F8E13140A437}" type="sibTrans" cxnId="{E290CA96-D5CA-49FC-A784-BF0CF16F9D2B}">
      <dgm:prSet/>
      <dgm:spPr/>
      <dgm:t>
        <a:bodyPr/>
        <a:lstStyle/>
        <a:p>
          <a:endParaRPr lang="pt-BR"/>
        </a:p>
      </dgm:t>
    </dgm:pt>
    <dgm:pt modelId="{5B78A972-D5FF-4D2D-ADD7-5DC9A0E68D50}">
      <dgm:prSet phldrT="[Texto]"/>
      <dgm:spPr/>
      <dgm:t>
        <a:bodyPr/>
        <a:lstStyle/>
        <a:p>
          <a:r>
            <a:rPr lang="pt-BR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rPr>
            <a:t>Não Relacional</a:t>
          </a:r>
          <a:endParaRPr lang="pt-BR" dirty="0"/>
        </a:p>
      </dgm:t>
    </dgm:pt>
    <dgm:pt modelId="{DD0FB396-F4B9-4EE6-AC0C-9D178222FF67}" type="parTrans" cxnId="{77E18440-2D30-4F33-82C0-E3AA99E1BB16}">
      <dgm:prSet/>
      <dgm:spPr/>
      <dgm:t>
        <a:bodyPr/>
        <a:lstStyle/>
        <a:p>
          <a:endParaRPr lang="pt-BR"/>
        </a:p>
      </dgm:t>
    </dgm:pt>
    <dgm:pt modelId="{2F4BCE3D-5789-48A0-9E60-A2F3BE5858EE}" type="sibTrans" cxnId="{77E18440-2D30-4F33-82C0-E3AA99E1BB16}">
      <dgm:prSet/>
      <dgm:spPr/>
      <dgm:t>
        <a:bodyPr/>
        <a:lstStyle/>
        <a:p>
          <a:endParaRPr lang="pt-BR"/>
        </a:p>
      </dgm:t>
    </dgm:pt>
    <dgm:pt modelId="{2F03A333-3A90-487F-9D31-4148559407AC}">
      <dgm:prSet phldrT="[Texto]"/>
      <dgm:spPr/>
      <dgm:t>
        <a:bodyPr/>
        <a:lstStyle/>
        <a:p>
          <a:r>
            <a:rPr lang="pt-BR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rPr>
            <a:t>Chave-Valor</a:t>
          </a:r>
          <a:endParaRPr lang="pt-BR" dirty="0"/>
        </a:p>
      </dgm:t>
    </dgm:pt>
    <dgm:pt modelId="{65BB51F2-F8F1-4AF1-B7C1-B531FAEF299B}" type="parTrans" cxnId="{2A1C25B2-6201-41E7-80FF-CE5E31153000}">
      <dgm:prSet/>
      <dgm:spPr/>
      <dgm:t>
        <a:bodyPr/>
        <a:lstStyle/>
        <a:p>
          <a:endParaRPr lang="pt-BR"/>
        </a:p>
      </dgm:t>
    </dgm:pt>
    <dgm:pt modelId="{F818BAA2-3257-4F1F-91AE-17914CB0DD01}" type="sibTrans" cxnId="{2A1C25B2-6201-41E7-80FF-CE5E31153000}">
      <dgm:prSet/>
      <dgm:spPr/>
      <dgm:t>
        <a:bodyPr/>
        <a:lstStyle/>
        <a:p>
          <a:endParaRPr lang="pt-BR"/>
        </a:p>
      </dgm:t>
    </dgm:pt>
    <dgm:pt modelId="{42DB98E7-1625-41AA-878B-3A5BAF37D869}">
      <dgm:prSet/>
      <dgm:spPr/>
      <dgm:t>
        <a:bodyPr/>
        <a:lstStyle/>
        <a:p>
          <a:r>
            <a:rPr lang="pt-BR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rPr>
            <a:t>Documentos</a:t>
          </a:r>
          <a:endParaRPr lang="pt-BR" dirty="0">
            <a:latin typeface="Cascadia Code" panose="020B0609020000020004" pitchFamily="49" charset="0"/>
            <a:ea typeface="Cascadia Code" panose="020B0609020000020004" pitchFamily="49" charset="0"/>
            <a:cs typeface="Cascadia Code" panose="020B0609020000020004" pitchFamily="49" charset="0"/>
          </a:endParaRPr>
        </a:p>
      </dgm:t>
    </dgm:pt>
    <dgm:pt modelId="{FACE40B5-343B-4C9F-AE8C-5EA7722515B5}" type="parTrans" cxnId="{A8112E5B-14E8-42F5-8FB7-E6A02F7943D7}">
      <dgm:prSet/>
      <dgm:spPr/>
      <dgm:t>
        <a:bodyPr/>
        <a:lstStyle/>
        <a:p>
          <a:endParaRPr lang="pt-BR"/>
        </a:p>
      </dgm:t>
    </dgm:pt>
    <dgm:pt modelId="{B264FF87-D31D-439D-8345-E3039D2BB0C7}" type="sibTrans" cxnId="{A8112E5B-14E8-42F5-8FB7-E6A02F7943D7}">
      <dgm:prSet/>
      <dgm:spPr/>
      <dgm:t>
        <a:bodyPr/>
        <a:lstStyle/>
        <a:p>
          <a:endParaRPr lang="pt-BR"/>
        </a:p>
      </dgm:t>
    </dgm:pt>
    <dgm:pt modelId="{750CCB79-B41E-44A8-AD9A-EF24D4EC193C}">
      <dgm:prSet/>
      <dgm:spPr/>
      <dgm:t>
        <a:bodyPr/>
        <a:lstStyle/>
        <a:p>
          <a:r>
            <a:rPr lang="pt-BR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rPr>
            <a:t>Grafos</a:t>
          </a:r>
          <a:endParaRPr lang="pt-BR" dirty="0">
            <a:latin typeface="Cascadia Code" panose="020B0609020000020004" pitchFamily="49" charset="0"/>
            <a:ea typeface="Cascadia Code" panose="020B0609020000020004" pitchFamily="49" charset="0"/>
            <a:cs typeface="Cascadia Code" panose="020B0609020000020004" pitchFamily="49" charset="0"/>
          </a:endParaRPr>
        </a:p>
      </dgm:t>
    </dgm:pt>
    <dgm:pt modelId="{1C160D77-2AF7-4E45-ABCA-1B47FC534078}" type="parTrans" cxnId="{9DBAF054-ED5D-4A60-9FE7-27C68487E811}">
      <dgm:prSet/>
      <dgm:spPr/>
      <dgm:t>
        <a:bodyPr/>
        <a:lstStyle/>
        <a:p>
          <a:endParaRPr lang="pt-BR"/>
        </a:p>
      </dgm:t>
    </dgm:pt>
    <dgm:pt modelId="{637D9C1B-0401-4383-A3C5-62435D8B598A}" type="sibTrans" cxnId="{9DBAF054-ED5D-4A60-9FE7-27C68487E811}">
      <dgm:prSet/>
      <dgm:spPr/>
      <dgm:t>
        <a:bodyPr/>
        <a:lstStyle/>
        <a:p>
          <a:endParaRPr lang="pt-BR"/>
        </a:p>
      </dgm:t>
    </dgm:pt>
    <dgm:pt modelId="{F93C4DFB-F9D2-4DEE-9003-6BF19C842FBF}">
      <dgm:prSet/>
      <dgm:spPr/>
      <dgm:t>
        <a:bodyPr/>
        <a:lstStyle/>
        <a:p>
          <a:r>
            <a:rPr lang="pt-BR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rPr>
            <a:t>...</a:t>
          </a:r>
          <a:endParaRPr lang="pt-BR" dirty="0">
            <a:latin typeface="Cascadia Code" panose="020B0609020000020004" pitchFamily="49" charset="0"/>
            <a:ea typeface="Cascadia Code" panose="020B0609020000020004" pitchFamily="49" charset="0"/>
            <a:cs typeface="Cascadia Code" panose="020B0609020000020004" pitchFamily="49" charset="0"/>
          </a:endParaRPr>
        </a:p>
      </dgm:t>
    </dgm:pt>
    <dgm:pt modelId="{FE9D8E3F-0A10-4528-9606-F08678A8233A}" type="parTrans" cxnId="{BA859C43-098D-4934-94E5-270316CEBA8C}">
      <dgm:prSet/>
      <dgm:spPr/>
      <dgm:t>
        <a:bodyPr/>
        <a:lstStyle/>
        <a:p>
          <a:endParaRPr lang="pt-BR"/>
        </a:p>
      </dgm:t>
    </dgm:pt>
    <dgm:pt modelId="{725520E6-5536-4D0D-8F19-EA55194809DE}" type="sibTrans" cxnId="{BA859C43-098D-4934-94E5-270316CEBA8C}">
      <dgm:prSet/>
      <dgm:spPr/>
      <dgm:t>
        <a:bodyPr/>
        <a:lstStyle/>
        <a:p>
          <a:endParaRPr lang="pt-BR"/>
        </a:p>
      </dgm:t>
    </dgm:pt>
    <dgm:pt modelId="{FF0193E9-9E48-4B0A-804B-2E77BED4434F}" type="pres">
      <dgm:prSet presAssocID="{46DC001E-619B-424C-97C1-9F24737F9463}" presName="linear" presStyleCnt="0">
        <dgm:presLayoutVars>
          <dgm:animLvl val="lvl"/>
          <dgm:resizeHandles val="exact"/>
        </dgm:presLayoutVars>
      </dgm:prSet>
      <dgm:spPr/>
    </dgm:pt>
    <dgm:pt modelId="{56985FE0-F227-4809-81CF-3181BD7796AF}" type="pres">
      <dgm:prSet presAssocID="{F7FB182D-2C4F-46BC-8CC4-362FE2C0807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7BA8B22-3B23-49DB-AD6A-7E2BD455F0C6}" type="pres">
      <dgm:prSet presAssocID="{9DB53A0C-DDA7-4D46-A75A-F8E13140A437}" presName="spacer" presStyleCnt="0"/>
      <dgm:spPr/>
    </dgm:pt>
    <dgm:pt modelId="{87954AC0-5530-4A37-A794-81468C0CBC59}" type="pres">
      <dgm:prSet presAssocID="{5B78A972-D5FF-4D2D-ADD7-5DC9A0E68D5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6D2F951-5292-4402-8785-D958640244A1}" type="pres">
      <dgm:prSet presAssocID="{5B78A972-D5FF-4D2D-ADD7-5DC9A0E68D5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ED7F405-9891-4977-A41D-560240F81536}" type="presOf" srcId="{F7FB182D-2C4F-46BC-8CC4-362FE2C08079}" destId="{56985FE0-F227-4809-81CF-3181BD7796AF}" srcOrd="0" destOrd="0" presId="urn:microsoft.com/office/officeart/2005/8/layout/vList2"/>
    <dgm:cxn modelId="{E1468C24-FD40-43F1-ACB7-18E29815F259}" type="presOf" srcId="{F93C4DFB-F9D2-4DEE-9003-6BF19C842FBF}" destId="{86D2F951-5292-4402-8785-D958640244A1}" srcOrd="0" destOrd="3" presId="urn:microsoft.com/office/officeart/2005/8/layout/vList2"/>
    <dgm:cxn modelId="{B55AEB31-8966-49D5-B2F8-806A66FE0487}" type="presOf" srcId="{46DC001E-619B-424C-97C1-9F24737F9463}" destId="{FF0193E9-9E48-4B0A-804B-2E77BED4434F}" srcOrd="0" destOrd="0" presId="urn:microsoft.com/office/officeart/2005/8/layout/vList2"/>
    <dgm:cxn modelId="{ACACD534-86FE-4470-AF93-42FD00F038FF}" type="presOf" srcId="{42DB98E7-1625-41AA-878B-3A5BAF37D869}" destId="{86D2F951-5292-4402-8785-D958640244A1}" srcOrd="0" destOrd="1" presId="urn:microsoft.com/office/officeart/2005/8/layout/vList2"/>
    <dgm:cxn modelId="{77E18440-2D30-4F33-82C0-E3AA99E1BB16}" srcId="{46DC001E-619B-424C-97C1-9F24737F9463}" destId="{5B78A972-D5FF-4D2D-ADD7-5DC9A0E68D50}" srcOrd="1" destOrd="0" parTransId="{DD0FB396-F4B9-4EE6-AC0C-9D178222FF67}" sibTransId="{2F4BCE3D-5789-48A0-9E60-A2F3BE5858EE}"/>
    <dgm:cxn modelId="{A8112E5B-14E8-42F5-8FB7-E6A02F7943D7}" srcId="{5B78A972-D5FF-4D2D-ADD7-5DC9A0E68D50}" destId="{42DB98E7-1625-41AA-878B-3A5BAF37D869}" srcOrd="1" destOrd="0" parTransId="{FACE40B5-343B-4C9F-AE8C-5EA7722515B5}" sibTransId="{B264FF87-D31D-439D-8345-E3039D2BB0C7}"/>
    <dgm:cxn modelId="{0A56CE61-B033-4E5A-923D-A3F990484987}" type="presOf" srcId="{5B78A972-D5FF-4D2D-ADD7-5DC9A0E68D50}" destId="{87954AC0-5530-4A37-A794-81468C0CBC59}" srcOrd="0" destOrd="0" presId="urn:microsoft.com/office/officeart/2005/8/layout/vList2"/>
    <dgm:cxn modelId="{BA859C43-098D-4934-94E5-270316CEBA8C}" srcId="{5B78A972-D5FF-4D2D-ADD7-5DC9A0E68D50}" destId="{F93C4DFB-F9D2-4DEE-9003-6BF19C842FBF}" srcOrd="3" destOrd="0" parTransId="{FE9D8E3F-0A10-4528-9606-F08678A8233A}" sibTransId="{725520E6-5536-4D0D-8F19-EA55194809DE}"/>
    <dgm:cxn modelId="{9DBAF054-ED5D-4A60-9FE7-27C68487E811}" srcId="{5B78A972-D5FF-4D2D-ADD7-5DC9A0E68D50}" destId="{750CCB79-B41E-44A8-AD9A-EF24D4EC193C}" srcOrd="2" destOrd="0" parTransId="{1C160D77-2AF7-4E45-ABCA-1B47FC534078}" sibTransId="{637D9C1B-0401-4383-A3C5-62435D8B598A}"/>
    <dgm:cxn modelId="{DB65A68D-F61F-4265-A782-D72115BDB6BE}" type="presOf" srcId="{750CCB79-B41E-44A8-AD9A-EF24D4EC193C}" destId="{86D2F951-5292-4402-8785-D958640244A1}" srcOrd="0" destOrd="2" presId="urn:microsoft.com/office/officeart/2005/8/layout/vList2"/>
    <dgm:cxn modelId="{E290CA96-D5CA-49FC-A784-BF0CF16F9D2B}" srcId="{46DC001E-619B-424C-97C1-9F24737F9463}" destId="{F7FB182D-2C4F-46BC-8CC4-362FE2C08079}" srcOrd="0" destOrd="0" parTransId="{949C0D12-9C40-48BC-86B6-25C06F5D0386}" sibTransId="{9DB53A0C-DDA7-4D46-A75A-F8E13140A437}"/>
    <dgm:cxn modelId="{2A1C25B2-6201-41E7-80FF-CE5E31153000}" srcId="{5B78A972-D5FF-4D2D-ADD7-5DC9A0E68D50}" destId="{2F03A333-3A90-487F-9D31-4148559407AC}" srcOrd="0" destOrd="0" parTransId="{65BB51F2-F8F1-4AF1-B7C1-B531FAEF299B}" sibTransId="{F818BAA2-3257-4F1F-91AE-17914CB0DD01}"/>
    <dgm:cxn modelId="{5EA48FFB-75D3-46BD-ABAC-627B58DAF00C}" type="presOf" srcId="{2F03A333-3A90-487F-9D31-4148559407AC}" destId="{86D2F951-5292-4402-8785-D958640244A1}" srcOrd="0" destOrd="0" presId="urn:microsoft.com/office/officeart/2005/8/layout/vList2"/>
    <dgm:cxn modelId="{BC493091-1D2A-454B-9C79-37E0F44096DB}" type="presParOf" srcId="{FF0193E9-9E48-4B0A-804B-2E77BED4434F}" destId="{56985FE0-F227-4809-81CF-3181BD7796AF}" srcOrd="0" destOrd="0" presId="urn:microsoft.com/office/officeart/2005/8/layout/vList2"/>
    <dgm:cxn modelId="{7578C0A9-0D78-4487-8734-1C08ADFCFE38}" type="presParOf" srcId="{FF0193E9-9E48-4B0A-804B-2E77BED4434F}" destId="{87BA8B22-3B23-49DB-AD6A-7E2BD455F0C6}" srcOrd="1" destOrd="0" presId="urn:microsoft.com/office/officeart/2005/8/layout/vList2"/>
    <dgm:cxn modelId="{54821C89-D458-4AB3-85B3-389E08D2E471}" type="presParOf" srcId="{FF0193E9-9E48-4B0A-804B-2E77BED4434F}" destId="{87954AC0-5530-4A37-A794-81468C0CBC59}" srcOrd="2" destOrd="0" presId="urn:microsoft.com/office/officeart/2005/8/layout/vList2"/>
    <dgm:cxn modelId="{7E7F0312-FFED-48E7-BDAF-A015F5CDA732}" type="presParOf" srcId="{FF0193E9-9E48-4B0A-804B-2E77BED4434F}" destId="{86D2F951-5292-4402-8785-D958640244A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C582C9-9595-48D7-99D7-E159704505FF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64C60F5A-3BA6-47AC-A832-AE6DBA8D7CC9}">
      <dgm:prSet phldrT="[Texto]" custT="1"/>
      <dgm:spPr/>
      <dgm:t>
        <a:bodyPr/>
        <a:lstStyle/>
        <a:p>
          <a:r>
            <a:rPr lang="pt-BR" sz="2800" dirty="0"/>
            <a:t>SQL</a:t>
          </a:r>
        </a:p>
      </dgm:t>
    </dgm:pt>
    <dgm:pt modelId="{FCEC310F-6A7D-48E6-AFBC-C293A3842B3F}" type="parTrans" cxnId="{A627368D-2C84-440A-BCF6-4C188BF30D6F}">
      <dgm:prSet/>
      <dgm:spPr/>
      <dgm:t>
        <a:bodyPr/>
        <a:lstStyle/>
        <a:p>
          <a:endParaRPr lang="pt-BR" sz="2000"/>
        </a:p>
      </dgm:t>
    </dgm:pt>
    <dgm:pt modelId="{B45C79F8-606C-4F7D-A103-18AA7B652558}" type="sibTrans" cxnId="{A627368D-2C84-440A-BCF6-4C188BF30D6F}">
      <dgm:prSet/>
      <dgm:spPr/>
      <dgm:t>
        <a:bodyPr/>
        <a:lstStyle/>
        <a:p>
          <a:endParaRPr lang="pt-BR" sz="2000"/>
        </a:p>
      </dgm:t>
    </dgm:pt>
    <dgm:pt modelId="{82F2A539-DA14-4031-807C-E81C3209044B}">
      <dgm:prSet phldrT="[Texto]" custT="1"/>
      <dgm:spPr/>
      <dgm:t>
        <a:bodyPr/>
        <a:lstStyle/>
        <a:p>
          <a:r>
            <a:rPr lang="pt-BR" sz="2400" dirty="0"/>
            <a:t>DDL(Construir)</a:t>
          </a:r>
        </a:p>
      </dgm:t>
    </dgm:pt>
    <dgm:pt modelId="{517B082B-ACD8-406A-AECE-8FCD66994F8B}" type="parTrans" cxnId="{9693D2E3-4AFD-45C3-BB30-10B5F7DEAB8D}">
      <dgm:prSet/>
      <dgm:spPr/>
      <dgm:t>
        <a:bodyPr/>
        <a:lstStyle/>
        <a:p>
          <a:endParaRPr lang="pt-BR" sz="2000"/>
        </a:p>
      </dgm:t>
    </dgm:pt>
    <dgm:pt modelId="{23D3646F-84BF-44BC-A20F-60ACD6E1F232}" type="sibTrans" cxnId="{9693D2E3-4AFD-45C3-BB30-10B5F7DEAB8D}">
      <dgm:prSet/>
      <dgm:spPr/>
      <dgm:t>
        <a:bodyPr/>
        <a:lstStyle/>
        <a:p>
          <a:endParaRPr lang="pt-BR" sz="2000"/>
        </a:p>
      </dgm:t>
    </dgm:pt>
    <dgm:pt modelId="{71B6896B-4A35-4941-A2FD-5DCC5466B55A}">
      <dgm:prSet phldrT="[Texto]" custT="1"/>
      <dgm:spPr/>
      <dgm:t>
        <a:bodyPr/>
        <a:lstStyle/>
        <a:p>
          <a:r>
            <a:rPr lang="pt-BR" sz="2400" dirty="0"/>
            <a:t>DML (Manipular)</a:t>
          </a:r>
        </a:p>
      </dgm:t>
    </dgm:pt>
    <dgm:pt modelId="{A51054D9-4970-4C82-80DE-B85094898BD3}" type="parTrans" cxnId="{D3F81809-9B93-4776-9B1E-558E312B8F2E}">
      <dgm:prSet/>
      <dgm:spPr/>
      <dgm:t>
        <a:bodyPr/>
        <a:lstStyle/>
        <a:p>
          <a:endParaRPr lang="pt-BR" sz="2000"/>
        </a:p>
      </dgm:t>
    </dgm:pt>
    <dgm:pt modelId="{867C86F5-BF6D-4A15-8555-1E3DAF0D4B1D}" type="sibTrans" cxnId="{D3F81809-9B93-4776-9B1E-558E312B8F2E}">
      <dgm:prSet/>
      <dgm:spPr/>
      <dgm:t>
        <a:bodyPr/>
        <a:lstStyle/>
        <a:p>
          <a:endParaRPr lang="pt-BR" sz="2000"/>
        </a:p>
      </dgm:t>
    </dgm:pt>
    <dgm:pt modelId="{CA98D92F-E6FF-4912-850F-6DDDF9D56557}">
      <dgm:prSet phldrT="[Texto]" custT="1"/>
      <dgm:spPr/>
      <dgm:t>
        <a:bodyPr/>
        <a:lstStyle/>
        <a:p>
          <a:r>
            <a:rPr lang="pt-BR" sz="2000" dirty="0"/>
            <a:t>DCL (</a:t>
          </a:r>
          <a:r>
            <a:rPr lang="pt-BR" sz="2400" dirty="0"/>
            <a:t>Controlar acesso)</a:t>
          </a:r>
          <a:endParaRPr lang="pt-BR" sz="2000" dirty="0"/>
        </a:p>
      </dgm:t>
    </dgm:pt>
    <dgm:pt modelId="{559A876F-FF47-484F-971D-DA49798AB437}" type="parTrans" cxnId="{0934D8A8-6AAB-4A2E-AA1A-E4C9AFF35D81}">
      <dgm:prSet/>
      <dgm:spPr/>
      <dgm:t>
        <a:bodyPr/>
        <a:lstStyle/>
        <a:p>
          <a:endParaRPr lang="pt-BR" sz="2000"/>
        </a:p>
      </dgm:t>
    </dgm:pt>
    <dgm:pt modelId="{BEDE00D7-AA79-4306-9ACD-8628B65E162F}" type="sibTrans" cxnId="{0934D8A8-6AAB-4A2E-AA1A-E4C9AFF35D81}">
      <dgm:prSet/>
      <dgm:spPr/>
      <dgm:t>
        <a:bodyPr/>
        <a:lstStyle/>
        <a:p>
          <a:endParaRPr lang="pt-BR" sz="2000"/>
        </a:p>
      </dgm:t>
    </dgm:pt>
    <dgm:pt modelId="{9A0C73F4-709B-4CB3-9A97-D6BF6AF0CFE5}">
      <dgm:prSet phldrT="[Texto]" custT="1"/>
      <dgm:spPr/>
      <dgm:t>
        <a:bodyPr/>
        <a:lstStyle/>
        <a:p>
          <a:r>
            <a:rPr lang="pt-BR" sz="2400" dirty="0"/>
            <a:t>TCL (Transacionar)</a:t>
          </a:r>
        </a:p>
      </dgm:t>
    </dgm:pt>
    <dgm:pt modelId="{9BE4C885-3773-4E1B-915B-2B9EDD32199E}" type="parTrans" cxnId="{5B0B7FD4-22F2-4495-99D8-22829DDA8B9C}">
      <dgm:prSet/>
      <dgm:spPr/>
      <dgm:t>
        <a:bodyPr/>
        <a:lstStyle/>
        <a:p>
          <a:endParaRPr lang="pt-BR" sz="2000"/>
        </a:p>
      </dgm:t>
    </dgm:pt>
    <dgm:pt modelId="{23607F4A-76E8-4B12-B47F-9783659D5549}" type="sibTrans" cxnId="{5B0B7FD4-22F2-4495-99D8-22829DDA8B9C}">
      <dgm:prSet/>
      <dgm:spPr/>
      <dgm:t>
        <a:bodyPr/>
        <a:lstStyle/>
        <a:p>
          <a:endParaRPr lang="pt-BR" sz="2000"/>
        </a:p>
      </dgm:t>
    </dgm:pt>
    <dgm:pt modelId="{D2DBA940-940E-47AB-BE48-FF6E213E1FF7}" type="pres">
      <dgm:prSet presAssocID="{26C582C9-9595-48D7-99D7-E159704505FF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6B9D4C2-8809-4024-A19E-FE27EB9549C2}" type="pres">
      <dgm:prSet presAssocID="{26C582C9-9595-48D7-99D7-E159704505FF}" presName="matrix" presStyleCnt="0"/>
      <dgm:spPr/>
    </dgm:pt>
    <dgm:pt modelId="{91A573A2-DC68-41AF-8C01-F64175D484B0}" type="pres">
      <dgm:prSet presAssocID="{26C582C9-9595-48D7-99D7-E159704505FF}" presName="tile1" presStyleLbl="node1" presStyleIdx="0" presStyleCnt="4"/>
      <dgm:spPr/>
    </dgm:pt>
    <dgm:pt modelId="{BE84E3E3-0531-44C5-9650-6082708F1110}" type="pres">
      <dgm:prSet presAssocID="{26C582C9-9595-48D7-99D7-E159704505FF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57C6AA0-CC78-4BF7-ACF0-97A1EF824D6A}" type="pres">
      <dgm:prSet presAssocID="{26C582C9-9595-48D7-99D7-E159704505FF}" presName="tile2" presStyleLbl="node1" presStyleIdx="1" presStyleCnt="4" custLinFactNeighborX="35906" custLinFactNeighborY="-9428"/>
      <dgm:spPr/>
    </dgm:pt>
    <dgm:pt modelId="{6488902E-08C7-4984-8CC3-CBB96AFE1317}" type="pres">
      <dgm:prSet presAssocID="{26C582C9-9595-48D7-99D7-E159704505FF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7FB9358-4ED3-49CB-8C91-F4319FF266D9}" type="pres">
      <dgm:prSet presAssocID="{26C582C9-9595-48D7-99D7-E159704505FF}" presName="tile3" presStyleLbl="node1" presStyleIdx="2" presStyleCnt="4"/>
      <dgm:spPr/>
    </dgm:pt>
    <dgm:pt modelId="{7B288739-3198-437B-B971-4DD891B73834}" type="pres">
      <dgm:prSet presAssocID="{26C582C9-9595-48D7-99D7-E159704505FF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6FD6449-8C87-420D-B596-9F63572C7C3D}" type="pres">
      <dgm:prSet presAssocID="{26C582C9-9595-48D7-99D7-E159704505FF}" presName="tile4" presStyleLbl="node1" presStyleIdx="3" presStyleCnt="4" custLinFactNeighborX="30020"/>
      <dgm:spPr/>
    </dgm:pt>
    <dgm:pt modelId="{7549FDA7-78DD-42EA-A0F1-333042C052E4}" type="pres">
      <dgm:prSet presAssocID="{26C582C9-9595-48D7-99D7-E159704505FF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C71E24A6-28E2-4AA7-B7EC-8C2C897F0F54}" type="pres">
      <dgm:prSet presAssocID="{26C582C9-9595-48D7-99D7-E159704505FF}" presName="centerTile" presStyleLbl="fgShp" presStyleIdx="0" presStyleCnt="1" custScaleX="62687">
        <dgm:presLayoutVars>
          <dgm:chMax val="0"/>
          <dgm:chPref val="0"/>
        </dgm:presLayoutVars>
      </dgm:prSet>
      <dgm:spPr/>
    </dgm:pt>
  </dgm:ptLst>
  <dgm:cxnLst>
    <dgm:cxn modelId="{8FBA9506-66EB-477C-95C1-5E1583347591}" type="presOf" srcId="{64C60F5A-3BA6-47AC-A832-AE6DBA8D7CC9}" destId="{C71E24A6-28E2-4AA7-B7EC-8C2C897F0F54}" srcOrd="0" destOrd="0" presId="urn:microsoft.com/office/officeart/2005/8/layout/matrix1"/>
    <dgm:cxn modelId="{D3F81809-9B93-4776-9B1E-558E312B8F2E}" srcId="{64C60F5A-3BA6-47AC-A832-AE6DBA8D7CC9}" destId="{71B6896B-4A35-4941-A2FD-5DCC5466B55A}" srcOrd="1" destOrd="0" parTransId="{A51054D9-4970-4C82-80DE-B85094898BD3}" sibTransId="{867C86F5-BF6D-4A15-8555-1E3DAF0D4B1D}"/>
    <dgm:cxn modelId="{B11F2B0C-3228-491E-A453-08AC8E36E7F1}" type="presOf" srcId="{9A0C73F4-709B-4CB3-9A97-D6BF6AF0CFE5}" destId="{7549FDA7-78DD-42EA-A0F1-333042C052E4}" srcOrd="1" destOrd="0" presId="urn:microsoft.com/office/officeart/2005/8/layout/matrix1"/>
    <dgm:cxn modelId="{1952DF10-BC91-47A4-ABC9-1BEAD805E5E0}" type="presOf" srcId="{CA98D92F-E6FF-4912-850F-6DDDF9D56557}" destId="{7B288739-3198-437B-B971-4DD891B73834}" srcOrd="1" destOrd="0" presId="urn:microsoft.com/office/officeart/2005/8/layout/matrix1"/>
    <dgm:cxn modelId="{A9CC7C11-6092-4586-86B3-D8CF09ECEFD1}" type="presOf" srcId="{82F2A539-DA14-4031-807C-E81C3209044B}" destId="{BE84E3E3-0531-44C5-9650-6082708F1110}" srcOrd="1" destOrd="0" presId="urn:microsoft.com/office/officeart/2005/8/layout/matrix1"/>
    <dgm:cxn modelId="{950A6121-7F65-4468-B443-41E97FBE8ABD}" type="presOf" srcId="{71B6896B-4A35-4941-A2FD-5DCC5466B55A}" destId="{6488902E-08C7-4984-8CC3-CBB96AFE1317}" srcOrd="1" destOrd="0" presId="urn:microsoft.com/office/officeart/2005/8/layout/matrix1"/>
    <dgm:cxn modelId="{B834723D-12C4-420C-A5C1-328283E3AE7F}" type="presOf" srcId="{26C582C9-9595-48D7-99D7-E159704505FF}" destId="{D2DBA940-940E-47AB-BE48-FF6E213E1FF7}" srcOrd="0" destOrd="0" presId="urn:microsoft.com/office/officeart/2005/8/layout/matrix1"/>
    <dgm:cxn modelId="{6CFB6184-56EC-4549-852C-89A4388A037F}" type="presOf" srcId="{82F2A539-DA14-4031-807C-E81C3209044B}" destId="{91A573A2-DC68-41AF-8C01-F64175D484B0}" srcOrd="0" destOrd="0" presId="urn:microsoft.com/office/officeart/2005/8/layout/matrix1"/>
    <dgm:cxn modelId="{A627368D-2C84-440A-BCF6-4C188BF30D6F}" srcId="{26C582C9-9595-48D7-99D7-E159704505FF}" destId="{64C60F5A-3BA6-47AC-A832-AE6DBA8D7CC9}" srcOrd="0" destOrd="0" parTransId="{FCEC310F-6A7D-48E6-AFBC-C293A3842B3F}" sibTransId="{B45C79F8-606C-4F7D-A103-18AA7B652558}"/>
    <dgm:cxn modelId="{16137A92-6E45-4DBA-83D2-137840A15F87}" type="presOf" srcId="{71B6896B-4A35-4941-A2FD-5DCC5466B55A}" destId="{257C6AA0-CC78-4BF7-ACF0-97A1EF824D6A}" srcOrd="0" destOrd="0" presId="urn:microsoft.com/office/officeart/2005/8/layout/matrix1"/>
    <dgm:cxn modelId="{0934D8A8-6AAB-4A2E-AA1A-E4C9AFF35D81}" srcId="{64C60F5A-3BA6-47AC-A832-AE6DBA8D7CC9}" destId="{CA98D92F-E6FF-4912-850F-6DDDF9D56557}" srcOrd="2" destOrd="0" parTransId="{559A876F-FF47-484F-971D-DA49798AB437}" sibTransId="{BEDE00D7-AA79-4306-9ACD-8628B65E162F}"/>
    <dgm:cxn modelId="{5B0B7FD4-22F2-4495-99D8-22829DDA8B9C}" srcId="{64C60F5A-3BA6-47AC-A832-AE6DBA8D7CC9}" destId="{9A0C73F4-709B-4CB3-9A97-D6BF6AF0CFE5}" srcOrd="3" destOrd="0" parTransId="{9BE4C885-3773-4E1B-915B-2B9EDD32199E}" sibTransId="{23607F4A-76E8-4B12-B47F-9783659D5549}"/>
    <dgm:cxn modelId="{F4B23DD7-9F72-44D5-96E6-F7FDB87FA380}" type="presOf" srcId="{CA98D92F-E6FF-4912-850F-6DDDF9D56557}" destId="{B7FB9358-4ED3-49CB-8C91-F4319FF266D9}" srcOrd="0" destOrd="0" presId="urn:microsoft.com/office/officeart/2005/8/layout/matrix1"/>
    <dgm:cxn modelId="{314107D8-126A-49B4-9AA2-13C282147A80}" type="presOf" srcId="{9A0C73F4-709B-4CB3-9A97-D6BF6AF0CFE5}" destId="{B6FD6449-8C87-420D-B596-9F63572C7C3D}" srcOrd="0" destOrd="0" presId="urn:microsoft.com/office/officeart/2005/8/layout/matrix1"/>
    <dgm:cxn modelId="{9693D2E3-4AFD-45C3-BB30-10B5F7DEAB8D}" srcId="{64C60F5A-3BA6-47AC-A832-AE6DBA8D7CC9}" destId="{82F2A539-DA14-4031-807C-E81C3209044B}" srcOrd="0" destOrd="0" parTransId="{517B082B-ACD8-406A-AECE-8FCD66994F8B}" sibTransId="{23D3646F-84BF-44BC-A20F-60ACD6E1F232}"/>
    <dgm:cxn modelId="{0C78773A-16BB-486A-B32F-3F91DF30C1B1}" type="presParOf" srcId="{D2DBA940-940E-47AB-BE48-FF6E213E1FF7}" destId="{C6B9D4C2-8809-4024-A19E-FE27EB9549C2}" srcOrd="0" destOrd="0" presId="urn:microsoft.com/office/officeart/2005/8/layout/matrix1"/>
    <dgm:cxn modelId="{BAE84892-053F-439E-B5E1-8DA415024BFF}" type="presParOf" srcId="{C6B9D4C2-8809-4024-A19E-FE27EB9549C2}" destId="{91A573A2-DC68-41AF-8C01-F64175D484B0}" srcOrd="0" destOrd="0" presId="urn:microsoft.com/office/officeart/2005/8/layout/matrix1"/>
    <dgm:cxn modelId="{53231CC5-C0E5-4381-9FBE-E97751A40F69}" type="presParOf" srcId="{C6B9D4C2-8809-4024-A19E-FE27EB9549C2}" destId="{BE84E3E3-0531-44C5-9650-6082708F1110}" srcOrd="1" destOrd="0" presId="urn:microsoft.com/office/officeart/2005/8/layout/matrix1"/>
    <dgm:cxn modelId="{BBDBF878-8D31-4701-ACC1-7A5AC8722CD5}" type="presParOf" srcId="{C6B9D4C2-8809-4024-A19E-FE27EB9549C2}" destId="{257C6AA0-CC78-4BF7-ACF0-97A1EF824D6A}" srcOrd="2" destOrd="0" presId="urn:microsoft.com/office/officeart/2005/8/layout/matrix1"/>
    <dgm:cxn modelId="{B737AA16-0E7C-4692-8685-721F1D1AF01A}" type="presParOf" srcId="{C6B9D4C2-8809-4024-A19E-FE27EB9549C2}" destId="{6488902E-08C7-4984-8CC3-CBB96AFE1317}" srcOrd="3" destOrd="0" presId="urn:microsoft.com/office/officeart/2005/8/layout/matrix1"/>
    <dgm:cxn modelId="{128F25A3-8149-4E05-BABE-ADD8798A42E9}" type="presParOf" srcId="{C6B9D4C2-8809-4024-A19E-FE27EB9549C2}" destId="{B7FB9358-4ED3-49CB-8C91-F4319FF266D9}" srcOrd="4" destOrd="0" presId="urn:microsoft.com/office/officeart/2005/8/layout/matrix1"/>
    <dgm:cxn modelId="{A90CA55B-8EDA-4C29-931A-133D6F6220A2}" type="presParOf" srcId="{C6B9D4C2-8809-4024-A19E-FE27EB9549C2}" destId="{7B288739-3198-437B-B971-4DD891B73834}" srcOrd="5" destOrd="0" presId="urn:microsoft.com/office/officeart/2005/8/layout/matrix1"/>
    <dgm:cxn modelId="{AE6FBC4E-2979-41C3-9C0D-29F5BED36E6C}" type="presParOf" srcId="{C6B9D4C2-8809-4024-A19E-FE27EB9549C2}" destId="{B6FD6449-8C87-420D-B596-9F63572C7C3D}" srcOrd="6" destOrd="0" presId="urn:microsoft.com/office/officeart/2005/8/layout/matrix1"/>
    <dgm:cxn modelId="{113F8D0F-8866-4B86-8487-48B87C186FAB}" type="presParOf" srcId="{C6B9D4C2-8809-4024-A19E-FE27EB9549C2}" destId="{7549FDA7-78DD-42EA-A0F1-333042C052E4}" srcOrd="7" destOrd="0" presId="urn:microsoft.com/office/officeart/2005/8/layout/matrix1"/>
    <dgm:cxn modelId="{1B03BC22-B0FD-4A31-B6D0-8A74EE155C67}" type="presParOf" srcId="{D2DBA940-940E-47AB-BE48-FF6E213E1FF7}" destId="{C71E24A6-28E2-4AA7-B7EC-8C2C897F0F54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F3B74F-5383-45A6-A6CC-B119B6A4D1E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AF67D5D-ECD8-4C6D-9F68-6CF6EE14FF36}">
      <dgm:prSet custT="1"/>
      <dgm:spPr/>
      <dgm:t>
        <a:bodyPr/>
        <a:lstStyle/>
        <a:p>
          <a:pPr>
            <a:defRPr b="1"/>
          </a:pPr>
          <a:r>
            <a:rPr lang="pt-BR" sz="2000"/>
            <a:t>Banco relacional</a:t>
          </a:r>
          <a:endParaRPr lang="en-US" sz="2000"/>
        </a:p>
      </dgm:t>
    </dgm:pt>
    <dgm:pt modelId="{4C2F55EB-4D5A-45B0-B0B1-A177E3769394}" type="parTrans" cxnId="{A115A5E8-8BCA-4A4D-AF85-C2E550C91E0D}">
      <dgm:prSet/>
      <dgm:spPr/>
      <dgm:t>
        <a:bodyPr/>
        <a:lstStyle/>
        <a:p>
          <a:endParaRPr lang="en-US" sz="2800"/>
        </a:p>
      </dgm:t>
    </dgm:pt>
    <dgm:pt modelId="{28F2C0EA-687B-42E6-9D78-DB87E998BEED}" type="sibTrans" cxnId="{A115A5E8-8BCA-4A4D-AF85-C2E550C91E0D}">
      <dgm:prSet/>
      <dgm:spPr/>
      <dgm:t>
        <a:bodyPr/>
        <a:lstStyle/>
        <a:p>
          <a:endParaRPr lang="en-US" sz="2800"/>
        </a:p>
      </dgm:t>
    </dgm:pt>
    <dgm:pt modelId="{3411FDBE-80EF-4B68-A371-B96E3C1A9715}">
      <dgm:prSet custT="1"/>
      <dgm:spPr/>
      <dgm:t>
        <a:bodyPr/>
        <a:lstStyle/>
        <a:p>
          <a:r>
            <a:rPr lang="pt-BR" sz="1600" dirty="0"/>
            <a:t>Organiza dados em tabelas com linhas e colunas, assegurando forte integridade de dados</a:t>
          </a:r>
          <a:endParaRPr lang="en-US" sz="1600" dirty="0"/>
        </a:p>
      </dgm:t>
    </dgm:pt>
    <dgm:pt modelId="{3DF4D7D1-80B6-4AC9-A952-C76CBEE04E5D}" type="parTrans" cxnId="{7BE222CC-D3AE-4123-B69F-FFA59CA6C3BA}">
      <dgm:prSet/>
      <dgm:spPr/>
      <dgm:t>
        <a:bodyPr/>
        <a:lstStyle/>
        <a:p>
          <a:endParaRPr lang="en-US" sz="2800"/>
        </a:p>
      </dgm:t>
    </dgm:pt>
    <dgm:pt modelId="{CFBA25DB-135A-40DA-9283-0BA953979897}" type="sibTrans" cxnId="{7BE222CC-D3AE-4123-B69F-FFA59CA6C3BA}">
      <dgm:prSet/>
      <dgm:spPr/>
      <dgm:t>
        <a:bodyPr/>
        <a:lstStyle/>
        <a:p>
          <a:endParaRPr lang="en-US" sz="2800"/>
        </a:p>
      </dgm:t>
    </dgm:pt>
    <dgm:pt modelId="{8613FD42-59F4-435F-B33B-AF9960E8361E}">
      <dgm:prSet custT="1"/>
      <dgm:spPr/>
      <dgm:t>
        <a:bodyPr/>
        <a:lstStyle/>
        <a:p>
          <a:pPr>
            <a:defRPr b="1"/>
          </a:pPr>
          <a:r>
            <a:rPr lang="pt-BR" sz="2000"/>
            <a:t>Base orientada a Documentos</a:t>
          </a:r>
          <a:endParaRPr lang="en-US" sz="2000"/>
        </a:p>
      </dgm:t>
    </dgm:pt>
    <dgm:pt modelId="{7AEF08C8-DD9D-4ED7-AF27-0731E0880072}" type="parTrans" cxnId="{D1C4E41A-DA33-43BD-BC94-9A5F41E0FAF5}">
      <dgm:prSet/>
      <dgm:spPr/>
      <dgm:t>
        <a:bodyPr/>
        <a:lstStyle/>
        <a:p>
          <a:endParaRPr lang="en-US" sz="2800"/>
        </a:p>
      </dgm:t>
    </dgm:pt>
    <dgm:pt modelId="{8F66768A-91FA-4C36-AB26-9A4826896937}" type="sibTrans" cxnId="{D1C4E41A-DA33-43BD-BC94-9A5F41E0FAF5}">
      <dgm:prSet/>
      <dgm:spPr/>
      <dgm:t>
        <a:bodyPr/>
        <a:lstStyle/>
        <a:p>
          <a:endParaRPr lang="en-US" sz="2800"/>
        </a:p>
      </dgm:t>
    </dgm:pt>
    <dgm:pt modelId="{7B7B6F1E-098F-47E9-B5F2-C2C1A59A17F2}">
      <dgm:prSet custT="1"/>
      <dgm:spPr/>
      <dgm:t>
        <a:bodyPr/>
        <a:lstStyle/>
        <a:p>
          <a:r>
            <a:rPr lang="pt-BR" sz="1600" dirty="0"/>
            <a:t>Armazena e recupera dados em documentos JSON. Ideal para manusear estruturas de dados diversas</a:t>
          </a:r>
          <a:endParaRPr lang="en-US" sz="1600" dirty="0"/>
        </a:p>
      </dgm:t>
    </dgm:pt>
    <dgm:pt modelId="{37CBE276-3885-4F20-AB8B-A493A906B433}" type="parTrans" cxnId="{54886A7A-ABA2-42DC-AF6C-C218ED7CEF26}">
      <dgm:prSet/>
      <dgm:spPr/>
      <dgm:t>
        <a:bodyPr/>
        <a:lstStyle/>
        <a:p>
          <a:endParaRPr lang="en-US" sz="2800"/>
        </a:p>
      </dgm:t>
    </dgm:pt>
    <dgm:pt modelId="{1BF04E4E-324F-4B29-B209-7EA6799B5FDF}" type="sibTrans" cxnId="{54886A7A-ABA2-42DC-AF6C-C218ED7CEF26}">
      <dgm:prSet/>
      <dgm:spPr/>
      <dgm:t>
        <a:bodyPr/>
        <a:lstStyle/>
        <a:p>
          <a:endParaRPr lang="en-US" sz="2800"/>
        </a:p>
      </dgm:t>
    </dgm:pt>
    <dgm:pt modelId="{CC947059-1062-43C1-A2F3-9DE92EE74B97}">
      <dgm:prSet custT="1"/>
      <dgm:spPr/>
      <dgm:t>
        <a:bodyPr/>
        <a:lstStyle/>
        <a:p>
          <a:pPr>
            <a:defRPr b="1"/>
          </a:pPr>
          <a:r>
            <a:rPr lang="pt-BR" sz="2000"/>
            <a:t>In-Memory</a:t>
          </a:r>
          <a:endParaRPr lang="en-US" sz="2000"/>
        </a:p>
      </dgm:t>
    </dgm:pt>
    <dgm:pt modelId="{5EF5D7A1-9155-4A65-A23F-E3F3D9978512}" type="parTrans" cxnId="{CE9DC096-2C0E-4108-BC67-E26481546828}">
      <dgm:prSet/>
      <dgm:spPr/>
      <dgm:t>
        <a:bodyPr/>
        <a:lstStyle/>
        <a:p>
          <a:endParaRPr lang="en-US" sz="2800"/>
        </a:p>
      </dgm:t>
    </dgm:pt>
    <dgm:pt modelId="{8BBAA6C0-2C93-43A8-848A-359DFAE436ED}" type="sibTrans" cxnId="{CE9DC096-2C0E-4108-BC67-E26481546828}">
      <dgm:prSet/>
      <dgm:spPr/>
      <dgm:t>
        <a:bodyPr/>
        <a:lstStyle/>
        <a:p>
          <a:endParaRPr lang="en-US" sz="2800"/>
        </a:p>
      </dgm:t>
    </dgm:pt>
    <dgm:pt modelId="{01802AB8-D276-4AF8-953B-787B5E8E6A59}">
      <dgm:prSet custT="1"/>
      <dgm:spPr/>
      <dgm:t>
        <a:bodyPr/>
        <a:lstStyle/>
        <a:p>
          <a:r>
            <a:rPr lang="pt-BR" sz="1600" dirty="0"/>
            <a:t>Armazena dados na memória do sistemas para acessos rápidos. Benéfico para aplicações com alto desempenho que requerem recuperação rápida de dados</a:t>
          </a:r>
          <a:endParaRPr lang="en-US" sz="1600" dirty="0"/>
        </a:p>
      </dgm:t>
    </dgm:pt>
    <dgm:pt modelId="{4272D557-6797-4A57-938D-8AF638A0F0B0}" type="parTrans" cxnId="{0625E14D-ED51-4604-B333-10912686CA30}">
      <dgm:prSet/>
      <dgm:spPr/>
      <dgm:t>
        <a:bodyPr/>
        <a:lstStyle/>
        <a:p>
          <a:endParaRPr lang="en-US" sz="2800"/>
        </a:p>
      </dgm:t>
    </dgm:pt>
    <dgm:pt modelId="{469758F5-AF22-412E-A872-1B34BAA2B590}" type="sibTrans" cxnId="{0625E14D-ED51-4604-B333-10912686CA30}">
      <dgm:prSet/>
      <dgm:spPr/>
      <dgm:t>
        <a:bodyPr/>
        <a:lstStyle/>
        <a:p>
          <a:endParaRPr lang="en-US" sz="2800"/>
        </a:p>
      </dgm:t>
    </dgm:pt>
    <dgm:pt modelId="{B212BC32-0B09-4514-A023-85DDA6709B24}">
      <dgm:prSet custT="1"/>
      <dgm:spPr/>
      <dgm:t>
        <a:bodyPr/>
        <a:lstStyle/>
        <a:p>
          <a:pPr>
            <a:defRPr b="1"/>
          </a:pPr>
          <a:r>
            <a:rPr lang="pt-BR" sz="2000"/>
            <a:t>Base orientada a Grafos</a:t>
          </a:r>
          <a:endParaRPr lang="en-US" sz="2000"/>
        </a:p>
      </dgm:t>
    </dgm:pt>
    <dgm:pt modelId="{767F4CB2-EBFD-4CA2-8742-157813B2DD33}" type="parTrans" cxnId="{73CE7D46-760E-42A6-A621-6C779D22BF6C}">
      <dgm:prSet/>
      <dgm:spPr/>
      <dgm:t>
        <a:bodyPr/>
        <a:lstStyle/>
        <a:p>
          <a:endParaRPr lang="en-US" sz="2800"/>
        </a:p>
      </dgm:t>
    </dgm:pt>
    <dgm:pt modelId="{45DA8E8C-D58C-4B69-8CC8-13FD1D27608E}" type="sibTrans" cxnId="{73CE7D46-760E-42A6-A621-6C779D22BF6C}">
      <dgm:prSet/>
      <dgm:spPr/>
      <dgm:t>
        <a:bodyPr/>
        <a:lstStyle/>
        <a:p>
          <a:endParaRPr lang="en-US" sz="2800"/>
        </a:p>
      </dgm:t>
    </dgm:pt>
    <dgm:pt modelId="{CCE06697-A581-453D-9568-68E5F1941724}">
      <dgm:prSet custT="1"/>
      <dgm:spPr/>
      <dgm:t>
        <a:bodyPr/>
        <a:lstStyle/>
        <a:p>
          <a:r>
            <a:rPr lang="pt-BR" sz="1600"/>
            <a:t>Foca no relacionamento em ter pontos de dados. Gerencia eficientemente relacionamentos complexos frequentemente encontrados em redes sociais ou estruturas organizacionais</a:t>
          </a:r>
          <a:endParaRPr lang="en-US" sz="1600"/>
        </a:p>
      </dgm:t>
    </dgm:pt>
    <dgm:pt modelId="{A0F404F9-D280-4885-9321-46008FF8FB0B}" type="parTrans" cxnId="{E9F22FE3-5386-4291-915E-4A9C71D70BC2}">
      <dgm:prSet/>
      <dgm:spPr/>
      <dgm:t>
        <a:bodyPr/>
        <a:lstStyle/>
        <a:p>
          <a:endParaRPr lang="en-US" sz="2800"/>
        </a:p>
      </dgm:t>
    </dgm:pt>
    <dgm:pt modelId="{F79756B3-BBB1-4C99-BA7C-A39212E9F51C}" type="sibTrans" cxnId="{E9F22FE3-5386-4291-915E-4A9C71D70BC2}">
      <dgm:prSet/>
      <dgm:spPr/>
      <dgm:t>
        <a:bodyPr/>
        <a:lstStyle/>
        <a:p>
          <a:endParaRPr lang="en-US" sz="2800"/>
        </a:p>
      </dgm:t>
    </dgm:pt>
    <dgm:pt modelId="{DFE39E60-F5D2-47F9-AC4D-FB5A9B05363E}">
      <dgm:prSet custT="1"/>
      <dgm:spPr/>
      <dgm:t>
        <a:bodyPr/>
        <a:lstStyle/>
        <a:p>
          <a:pPr>
            <a:defRPr b="1"/>
          </a:pPr>
          <a:r>
            <a:rPr lang="pt-BR" sz="2000" dirty="0"/>
            <a:t>Base orientada a Série temporal (Time-Series)</a:t>
          </a:r>
          <a:endParaRPr lang="en-US" sz="2000" dirty="0"/>
        </a:p>
      </dgm:t>
    </dgm:pt>
    <dgm:pt modelId="{6BF52035-05C2-4D51-A9DB-462618A574D2}" type="parTrans" cxnId="{FFF1BFD4-E928-4826-BB44-2D99C0AB9998}">
      <dgm:prSet/>
      <dgm:spPr/>
      <dgm:t>
        <a:bodyPr/>
        <a:lstStyle/>
        <a:p>
          <a:endParaRPr lang="en-US" sz="2800"/>
        </a:p>
      </dgm:t>
    </dgm:pt>
    <dgm:pt modelId="{83FDDC1F-1A87-4573-A151-D9505A614AEC}" type="sibTrans" cxnId="{FFF1BFD4-E928-4826-BB44-2D99C0AB9998}">
      <dgm:prSet/>
      <dgm:spPr/>
      <dgm:t>
        <a:bodyPr/>
        <a:lstStyle/>
        <a:p>
          <a:endParaRPr lang="en-US" sz="2800"/>
        </a:p>
      </dgm:t>
    </dgm:pt>
    <dgm:pt modelId="{FA0ECFC2-2E5A-4141-9ECE-CFF7B2C9343D}">
      <dgm:prSet custT="1"/>
      <dgm:spPr/>
      <dgm:t>
        <a:bodyPr/>
        <a:lstStyle/>
        <a:p>
          <a:r>
            <a:rPr lang="pt-BR" sz="1600"/>
            <a:t>Otimizada para manuesear dados em ordem temporais, tornando-se idela par aplicações que lidar com data e hora e padrões temporais</a:t>
          </a:r>
          <a:endParaRPr lang="en-US" sz="1600"/>
        </a:p>
      </dgm:t>
    </dgm:pt>
    <dgm:pt modelId="{F1970456-784C-421D-AFF8-213E719ECD2E}" type="parTrans" cxnId="{B3CCE9ED-AB60-46BD-B780-BA93E79B3A71}">
      <dgm:prSet/>
      <dgm:spPr/>
      <dgm:t>
        <a:bodyPr/>
        <a:lstStyle/>
        <a:p>
          <a:endParaRPr lang="en-US" sz="2800"/>
        </a:p>
      </dgm:t>
    </dgm:pt>
    <dgm:pt modelId="{48A763FD-F5CD-4583-A8C4-E373E711C146}" type="sibTrans" cxnId="{B3CCE9ED-AB60-46BD-B780-BA93E79B3A71}">
      <dgm:prSet/>
      <dgm:spPr/>
      <dgm:t>
        <a:bodyPr/>
        <a:lstStyle/>
        <a:p>
          <a:endParaRPr lang="en-US" sz="2800"/>
        </a:p>
      </dgm:t>
    </dgm:pt>
    <dgm:pt modelId="{CCC55EF4-9F94-47A5-8A41-8146AA5CD0CB}">
      <dgm:prSet custT="1"/>
      <dgm:spPr/>
      <dgm:t>
        <a:bodyPr/>
        <a:lstStyle/>
        <a:p>
          <a:pPr>
            <a:defRPr b="1"/>
          </a:pPr>
          <a:r>
            <a:rPr lang="pt-BR" sz="2000" dirty="0"/>
            <a:t>Base orientada a </a:t>
          </a:r>
          <a:r>
            <a:rPr lang="pt-BR" sz="2000" dirty="0" err="1"/>
            <a:t>geo-referenciamento</a:t>
          </a:r>
          <a:r>
            <a:rPr lang="pt-BR" sz="2000" dirty="0"/>
            <a:t> </a:t>
          </a:r>
          <a:endParaRPr lang="en-US" sz="2000" dirty="0"/>
        </a:p>
      </dgm:t>
    </dgm:pt>
    <dgm:pt modelId="{D3C49496-C574-47FA-8A49-538F68249132}" type="parTrans" cxnId="{8021526B-9F01-42FE-9A30-1C568EDBB880}">
      <dgm:prSet/>
      <dgm:spPr/>
      <dgm:t>
        <a:bodyPr/>
        <a:lstStyle/>
        <a:p>
          <a:endParaRPr lang="en-US" sz="2800"/>
        </a:p>
      </dgm:t>
    </dgm:pt>
    <dgm:pt modelId="{F94A64DD-C7A4-4483-A795-A55CAFAEB6CF}" type="sibTrans" cxnId="{8021526B-9F01-42FE-9A30-1C568EDBB880}">
      <dgm:prSet/>
      <dgm:spPr/>
      <dgm:t>
        <a:bodyPr/>
        <a:lstStyle/>
        <a:p>
          <a:endParaRPr lang="en-US" sz="2800"/>
        </a:p>
      </dgm:t>
    </dgm:pt>
    <dgm:pt modelId="{B74F8399-852E-4C83-B66E-EA28570FA245}">
      <dgm:prSet custT="1"/>
      <dgm:spPr/>
      <dgm:t>
        <a:bodyPr/>
        <a:lstStyle/>
        <a:p>
          <a:r>
            <a:rPr lang="pt-BR" sz="1600"/>
            <a:t>Gerencia dados de georreferenciamento, facilitando o armazenamento e recuperação desta informação.</a:t>
          </a:r>
          <a:endParaRPr lang="en-US" sz="1600"/>
        </a:p>
      </dgm:t>
    </dgm:pt>
    <dgm:pt modelId="{D42C9469-87C6-4110-BCDC-6D7A8913D455}" type="parTrans" cxnId="{6055685A-FA50-44A8-9E99-69788D696858}">
      <dgm:prSet/>
      <dgm:spPr/>
      <dgm:t>
        <a:bodyPr/>
        <a:lstStyle/>
        <a:p>
          <a:endParaRPr lang="en-US" sz="2800"/>
        </a:p>
      </dgm:t>
    </dgm:pt>
    <dgm:pt modelId="{27B99C83-D389-4D4F-850A-EC3E2E76E83A}" type="sibTrans" cxnId="{6055685A-FA50-44A8-9E99-69788D696858}">
      <dgm:prSet/>
      <dgm:spPr/>
      <dgm:t>
        <a:bodyPr/>
        <a:lstStyle/>
        <a:p>
          <a:endParaRPr lang="en-US" sz="2800"/>
        </a:p>
      </dgm:t>
    </dgm:pt>
    <dgm:pt modelId="{FD91C6B9-711E-471B-8ECB-7D4C07AC4E7E}" type="pres">
      <dgm:prSet presAssocID="{FAF3B74F-5383-45A6-A6CC-B119B6A4D1EE}" presName="root" presStyleCnt="0">
        <dgm:presLayoutVars>
          <dgm:dir/>
          <dgm:resizeHandles val="exact"/>
        </dgm:presLayoutVars>
      </dgm:prSet>
      <dgm:spPr/>
    </dgm:pt>
    <dgm:pt modelId="{460D7BE0-0C9A-49B7-9080-3A04FB6468E0}" type="pres">
      <dgm:prSet presAssocID="{AAF67D5D-ECD8-4C6D-9F68-6CF6EE14FF36}" presName="compNode" presStyleCnt="0"/>
      <dgm:spPr/>
    </dgm:pt>
    <dgm:pt modelId="{4DB5993E-5548-4D80-9474-88891DBC93A2}" type="pres">
      <dgm:prSet presAssocID="{AAF67D5D-ECD8-4C6D-9F68-6CF6EE14FF3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5748B886-D5C9-4F80-8980-05D81F6E0056}" type="pres">
      <dgm:prSet presAssocID="{AAF67D5D-ECD8-4C6D-9F68-6CF6EE14FF36}" presName="iconSpace" presStyleCnt="0"/>
      <dgm:spPr/>
    </dgm:pt>
    <dgm:pt modelId="{675DC37E-D0A9-48F4-B849-9BDC02B54308}" type="pres">
      <dgm:prSet presAssocID="{AAF67D5D-ECD8-4C6D-9F68-6CF6EE14FF36}" presName="parTx" presStyleLbl="revTx" presStyleIdx="0" presStyleCnt="12">
        <dgm:presLayoutVars>
          <dgm:chMax val="0"/>
          <dgm:chPref val="0"/>
        </dgm:presLayoutVars>
      </dgm:prSet>
      <dgm:spPr/>
    </dgm:pt>
    <dgm:pt modelId="{2E97CF00-E100-43CE-9A35-B9E978C7CABB}" type="pres">
      <dgm:prSet presAssocID="{AAF67D5D-ECD8-4C6D-9F68-6CF6EE14FF36}" presName="txSpace" presStyleCnt="0"/>
      <dgm:spPr/>
    </dgm:pt>
    <dgm:pt modelId="{AD724128-690D-49FF-A423-14B2A945B3C3}" type="pres">
      <dgm:prSet presAssocID="{AAF67D5D-ECD8-4C6D-9F68-6CF6EE14FF36}" presName="desTx" presStyleLbl="revTx" presStyleIdx="1" presStyleCnt="12">
        <dgm:presLayoutVars/>
      </dgm:prSet>
      <dgm:spPr/>
    </dgm:pt>
    <dgm:pt modelId="{E9979EEB-8127-41DB-ACCA-1F8CC858CEB0}" type="pres">
      <dgm:prSet presAssocID="{28F2C0EA-687B-42E6-9D78-DB87E998BEED}" presName="sibTrans" presStyleCnt="0"/>
      <dgm:spPr/>
    </dgm:pt>
    <dgm:pt modelId="{FB9BD96A-7ED6-4470-B75E-FA3F783F530C}" type="pres">
      <dgm:prSet presAssocID="{8613FD42-59F4-435F-B33B-AF9960E8361E}" presName="compNode" presStyleCnt="0"/>
      <dgm:spPr/>
    </dgm:pt>
    <dgm:pt modelId="{12ACDCA8-28AF-49C3-8F0E-C1CF06BC6C13}" type="pres">
      <dgm:prSet presAssocID="{8613FD42-59F4-435F-B33B-AF9960E8361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53DF00D2-ED2E-4AE5-92FB-E120EE64B57A}" type="pres">
      <dgm:prSet presAssocID="{8613FD42-59F4-435F-B33B-AF9960E8361E}" presName="iconSpace" presStyleCnt="0"/>
      <dgm:spPr/>
    </dgm:pt>
    <dgm:pt modelId="{BEA4CE56-A08B-41FF-BBBA-0057A380E9D4}" type="pres">
      <dgm:prSet presAssocID="{8613FD42-59F4-435F-B33B-AF9960E8361E}" presName="parTx" presStyleLbl="revTx" presStyleIdx="2" presStyleCnt="12">
        <dgm:presLayoutVars>
          <dgm:chMax val="0"/>
          <dgm:chPref val="0"/>
        </dgm:presLayoutVars>
      </dgm:prSet>
      <dgm:spPr/>
    </dgm:pt>
    <dgm:pt modelId="{83407735-3E5E-451B-A842-D2E94716C6D2}" type="pres">
      <dgm:prSet presAssocID="{8613FD42-59F4-435F-B33B-AF9960E8361E}" presName="txSpace" presStyleCnt="0"/>
      <dgm:spPr/>
    </dgm:pt>
    <dgm:pt modelId="{AFFCF509-C051-4C54-AACC-14B6098C5A71}" type="pres">
      <dgm:prSet presAssocID="{8613FD42-59F4-435F-B33B-AF9960E8361E}" presName="desTx" presStyleLbl="revTx" presStyleIdx="3" presStyleCnt="12">
        <dgm:presLayoutVars/>
      </dgm:prSet>
      <dgm:spPr/>
    </dgm:pt>
    <dgm:pt modelId="{5FF0895D-6B6D-4D6F-A03F-64F6CB9B5D6C}" type="pres">
      <dgm:prSet presAssocID="{8F66768A-91FA-4C36-AB26-9A4826896937}" presName="sibTrans" presStyleCnt="0"/>
      <dgm:spPr/>
    </dgm:pt>
    <dgm:pt modelId="{784F1B3C-90D8-4D0C-8F35-3414BFF68A65}" type="pres">
      <dgm:prSet presAssocID="{CC947059-1062-43C1-A2F3-9DE92EE74B97}" presName="compNode" presStyleCnt="0"/>
      <dgm:spPr/>
    </dgm:pt>
    <dgm:pt modelId="{D3ABA6C7-EED3-482A-A8E8-B4F52DFEAD93}" type="pres">
      <dgm:prSet presAssocID="{CC947059-1062-43C1-A2F3-9DE92EE74B9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B62645C4-B970-487B-AC8E-AFBB192E1DC7}" type="pres">
      <dgm:prSet presAssocID="{CC947059-1062-43C1-A2F3-9DE92EE74B97}" presName="iconSpace" presStyleCnt="0"/>
      <dgm:spPr/>
    </dgm:pt>
    <dgm:pt modelId="{030B15DC-FEA9-4CF7-B34E-B0FC2D7456BC}" type="pres">
      <dgm:prSet presAssocID="{CC947059-1062-43C1-A2F3-9DE92EE74B97}" presName="parTx" presStyleLbl="revTx" presStyleIdx="4" presStyleCnt="12">
        <dgm:presLayoutVars>
          <dgm:chMax val="0"/>
          <dgm:chPref val="0"/>
        </dgm:presLayoutVars>
      </dgm:prSet>
      <dgm:spPr/>
    </dgm:pt>
    <dgm:pt modelId="{905CA4B6-2233-4F20-B925-D09E8E245D63}" type="pres">
      <dgm:prSet presAssocID="{CC947059-1062-43C1-A2F3-9DE92EE74B97}" presName="txSpace" presStyleCnt="0"/>
      <dgm:spPr/>
    </dgm:pt>
    <dgm:pt modelId="{F8254C77-B56E-4DEA-88F1-852869811971}" type="pres">
      <dgm:prSet presAssocID="{CC947059-1062-43C1-A2F3-9DE92EE74B97}" presName="desTx" presStyleLbl="revTx" presStyleIdx="5" presStyleCnt="12">
        <dgm:presLayoutVars/>
      </dgm:prSet>
      <dgm:spPr/>
    </dgm:pt>
    <dgm:pt modelId="{B47AA58D-96FC-41D4-B7DD-A494E2C25AA8}" type="pres">
      <dgm:prSet presAssocID="{8BBAA6C0-2C93-43A8-848A-359DFAE436ED}" presName="sibTrans" presStyleCnt="0"/>
      <dgm:spPr/>
    </dgm:pt>
    <dgm:pt modelId="{A6CFD0A6-075B-4B46-A51D-A5C055DFC762}" type="pres">
      <dgm:prSet presAssocID="{B212BC32-0B09-4514-A023-85DDA6709B24}" presName="compNode" presStyleCnt="0"/>
      <dgm:spPr/>
    </dgm:pt>
    <dgm:pt modelId="{3C0A65DA-FCF6-4D12-BDA2-46ACB4C81257}" type="pres">
      <dgm:prSet presAssocID="{B212BC32-0B09-4514-A023-85DDA6709B2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FFA362E6-8586-4C38-B5EF-C20572645EDC}" type="pres">
      <dgm:prSet presAssocID="{B212BC32-0B09-4514-A023-85DDA6709B24}" presName="iconSpace" presStyleCnt="0"/>
      <dgm:spPr/>
    </dgm:pt>
    <dgm:pt modelId="{85365AFE-0245-47F7-BCE0-91A8B32AEB37}" type="pres">
      <dgm:prSet presAssocID="{B212BC32-0B09-4514-A023-85DDA6709B24}" presName="parTx" presStyleLbl="revTx" presStyleIdx="6" presStyleCnt="12">
        <dgm:presLayoutVars>
          <dgm:chMax val="0"/>
          <dgm:chPref val="0"/>
        </dgm:presLayoutVars>
      </dgm:prSet>
      <dgm:spPr/>
    </dgm:pt>
    <dgm:pt modelId="{8F716F41-77D8-4B91-B795-491506D090C5}" type="pres">
      <dgm:prSet presAssocID="{B212BC32-0B09-4514-A023-85DDA6709B24}" presName="txSpace" presStyleCnt="0"/>
      <dgm:spPr/>
    </dgm:pt>
    <dgm:pt modelId="{5D1598C6-D719-4728-B447-8390C20C99BC}" type="pres">
      <dgm:prSet presAssocID="{B212BC32-0B09-4514-A023-85DDA6709B24}" presName="desTx" presStyleLbl="revTx" presStyleIdx="7" presStyleCnt="12">
        <dgm:presLayoutVars/>
      </dgm:prSet>
      <dgm:spPr/>
    </dgm:pt>
    <dgm:pt modelId="{590C3BCA-DF26-477C-82CE-AF147E80C585}" type="pres">
      <dgm:prSet presAssocID="{45DA8E8C-D58C-4B69-8CC8-13FD1D27608E}" presName="sibTrans" presStyleCnt="0"/>
      <dgm:spPr/>
    </dgm:pt>
    <dgm:pt modelId="{870A9F89-9B9A-4792-8D2B-516FBB12D6A1}" type="pres">
      <dgm:prSet presAssocID="{DFE39E60-F5D2-47F9-AC4D-FB5A9B05363E}" presName="compNode" presStyleCnt="0"/>
      <dgm:spPr/>
    </dgm:pt>
    <dgm:pt modelId="{E9D90725-BF5E-4FA3-BA20-B98DFC8B8F6C}" type="pres">
      <dgm:prSet presAssocID="{DFE39E60-F5D2-47F9-AC4D-FB5A9B05363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65E6E049-2B50-4AE2-895A-882A2985419B}" type="pres">
      <dgm:prSet presAssocID="{DFE39E60-F5D2-47F9-AC4D-FB5A9B05363E}" presName="iconSpace" presStyleCnt="0"/>
      <dgm:spPr/>
    </dgm:pt>
    <dgm:pt modelId="{5DE76004-7A8F-47ED-8B60-5FD6ADEAFDE5}" type="pres">
      <dgm:prSet presAssocID="{DFE39E60-F5D2-47F9-AC4D-FB5A9B05363E}" presName="parTx" presStyleLbl="revTx" presStyleIdx="8" presStyleCnt="12" custScaleX="110759">
        <dgm:presLayoutVars>
          <dgm:chMax val="0"/>
          <dgm:chPref val="0"/>
        </dgm:presLayoutVars>
      </dgm:prSet>
      <dgm:spPr/>
    </dgm:pt>
    <dgm:pt modelId="{A4C6648B-CFCC-43F6-AA57-66B5D728FECA}" type="pres">
      <dgm:prSet presAssocID="{DFE39E60-F5D2-47F9-AC4D-FB5A9B05363E}" presName="txSpace" presStyleCnt="0"/>
      <dgm:spPr/>
    </dgm:pt>
    <dgm:pt modelId="{CF5F96A3-9F6F-43D9-A9B2-FBE0725C20E1}" type="pres">
      <dgm:prSet presAssocID="{DFE39E60-F5D2-47F9-AC4D-FB5A9B05363E}" presName="desTx" presStyleLbl="revTx" presStyleIdx="9" presStyleCnt="12">
        <dgm:presLayoutVars/>
      </dgm:prSet>
      <dgm:spPr/>
    </dgm:pt>
    <dgm:pt modelId="{C975549D-BFFC-42CB-BE87-D7274B7C8611}" type="pres">
      <dgm:prSet presAssocID="{83FDDC1F-1A87-4573-A151-D9505A614AEC}" presName="sibTrans" presStyleCnt="0"/>
      <dgm:spPr/>
    </dgm:pt>
    <dgm:pt modelId="{C02E60AF-4226-466E-9AC0-B9CA6A222F56}" type="pres">
      <dgm:prSet presAssocID="{CCC55EF4-9F94-47A5-8A41-8146AA5CD0CB}" presName="compNode" presStyleCnt="0"/>
      <dgm:spPr/>
    </dgm:pt>
    <dgm:pt modelId="{D88662D8-E1DB-4667-B2EF-F4FDC4213A56}" type="pres">
      <dgm:prSet presAssocID="{CCC55EF4-9F94-47A5-8A41-8146AA5CD0C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22692CCC-7989-4CF0-9263-91E1846C2DA7}" type="pres">
      <dgm:prSet presAssocID="{CCC55EF4-9F94-47A5-8A41-8146AA5CD0CB}" presName="iconSpace" presStyleCnt="0"/>
      <dgm:spPr/>
    </dgm:pt>
    <dgm:pt modelId="{E639B17E-A2AA-4119-AD3F-4F86378AEA7A}" type="pres">
      <dgm:prSet presAssocID="{CCC55EF4-9F94-47A5-8A41-8146AA5CD0CB}" presName="parTx" presStyleLbl="revTx" presStyleIdx="10" presStyleCnt="12">
        <dgm:presLayoutVars>
          <dgm:chMax val="0"/>
          <dgm:chPref val="0"/>
        </dgm:presLayoutVars>
      </dgm:prSet>
      <dgm:spPr/>
    </dgm:pt>
    <dgm:pt modelId="{5C067CB7-EA14-4381-B1FF-654CAEEBCCB8}" type="pres">
      <dgm:prSet presAssocID="{CCC55EF4-9F94-47A5-8A41-8146AA5CD0CB}" presName="txSpace" presStyleCnt="0"/>
      <dgm:spPr/>
    </dgm:pt>
    <dgm:pt modelId="{7EE2DC64-ADDE-49C1-8AD2-852EF9B8C071}" type="pres">
      <dgm:prSet presAssocID="{CCC55EF4-9F94-47A5-8A41-8146AA5CD0CB}" presName="desTx" presStyleLbl="revTx" presStyleIdx="11" presStyleCnt="12">
        <dgm:presLayoutVars/>
      </dgm:prSet>
      <dgm:spPr/>
    </dgm:pt>
  </dgm:ptLst>
  <dgm:cxnLst>
    <dgm:cxn modelId="{42FA4911-1C1E-4FBE-BDF6-4261E5999237}" type="presOf" srcId="{FAF3B74F-5383-45A6-A6CC-B119B6A4D1EE}" destId="{FD91C6B9-711E-471B-8ECB-7D4C07AC4E7E}" srcOrd="0" destOrd="0" presId="urn:microsoft.com/office/officeart/2018/2/layout/IconLabelDescriptionList"/>
    <dgm:cxn modelId="{2710F613-B638-4EC1-85D3-768791CFD657}" type="presOf" srcId="{AAF67D5D-ECD8-4C6D-9F68-6CF6EE14FF36}" destId="{675DC37E-D0A9-48F4-B849-9BDC02B54308}" srcOrd="0" destOrd="0" presId="urn:microsoft.com/office/officeart/2018/2/layout/IconLabelDescriptionList"/>
    <dgm:cxn modelId="{995E8C19-68F2-409A-B3F9-7C74081BE51F}" type="presOf" srcId="{8613FD42-59F4-435F-B33B-AF9960E8361E}" destId="{BEA4CE56-A08B-41FF-BBBA-0057A380E9D4}" srcOrd="0" destOrd="0" presId="urn:microsoft.com/office/officeart/2018/2/layout/IconLabelDescriptionList"/>
    <dgm:cxn modelId="{D1C4E41A-DA33-43BD-BC94-9A5F41E0FAF5}" srcId="{FAF3B74F-5383-45A6-A6CC-B119B6A4D1EE}" destId="{8613FD42-59F4-435F-B33B-AF9960E8361E}" srcOrd="1" destOrd="0" parTransId="{7AEF08C8-DD9D-4ED7-AF27-0731E0880072}" sibTransId="{8F66768A-91FA-4C36-AB26-9A4826896937}"/>
    <dgm:cxn modelId="{B28B861D-9A59-49DA-82CC-38F909C3E549}" type="presOf" srcId="{B74F8399-852E-4C83-B66E-EA28570FA245}" destId="{7EE2DC64-ADDE-49C1-8AD2-852EF9B8C071}" srcOrd="0" destOrd="0" presId="urn:microsoft.com/office/officeart/2018/2/layout/IconLabelDescriptionList"/>
    <dgm:cxn modelId="{D039092D-1A3B-4C14-9FEC-25C92336B56C}" type="presOf" srcId="{FA0ECFC2-2E5A-4141-9ECE-CFF7B2C9343D}" destId="{CF5F96A3-9F6F-43D9-A9B2-FBE0725C20E1}" srcOrd="0" destOrd="0" presId="urn:microsoft.com/office/officeart/2018/2/layout/IconLabelDescriptionList"/>
    <dgm:cxn modelId="{F7F44340-9D9D-4BA2-ADAD-E9FA19617123}" type="presOf" srcId="{7B7B6F1E-098F-47E9-B5F2-C2C1A59A17F2}" destId="{AFFCF509-C051-4C54-AACC-14B6098C5A71}" srcOrd="0" destOrd="0" presId="urn:microsoft.com/office/officeart/2018/2/layout/IconLabelDescriptionList"/>
    <dgm:cxn modelId="{73CE7D46-760E-42A6-A621-6C779D22BF6C}" srcId="{FAF3B74F-5383-45A6-A6CC-B119B6A4D1EE}" destId="{B212BC32-0B09-4514-A023-85DDA6709B24}" srcOrd="3" destOrd="0" parTransId="{767F4CB2-EBFD-4CA2-8742-157813B2DD33}" sibTransId="{45DA8E8C-D58C-4B69-8CC8-13FD1D27608E}"/>
    <dgm:cxn modelId="{8021526B-9F01-42FE-9A30-1C568EDBB880}" srcId="{FAF3B74F-5383-45A6-A6CC-B119B6A4D1EE}" destId="{CCC55EF4-9F94-47A5-8A41-8146AA5CD0CB}" srcOrd="5" destOrd="0" parTransId="{D3C49496-C574-47FA-8A49-538F68249132}" sibTransId="{F94A64DD-C7A4-4483-A795-A55CAFAEB6CF}"/>
    <dgm:cxn modelId="{2F70E54C-1A98-4EF0-8236-939BF2523715}" type="presOf" srcId="{DFE39E60-F5D2-47F9-AC4D-FB5A9B05363E}" destId="{5DE76004-7A8F-47ED-8B60-5FD6ADEAFDE5}" srcOrd="0" destOrd="0" presId="urn:microsoft.com/office/officeart/2018/2/layout/IconLabelDescriptionList"/>
    <dgm:cxn modelId="{0625E14D-ED51-4604-B333-10912686CA30}" srcId="{CC947059-1062-43C1-A2F3-9DE92EE74B97}" destId="{01802AB8-D276-4AF8-953B-787B5E8E6A59}" srcOrd="0" destOrd="0" parTransId="{4272D557-6797-4A57-938D-8AF638A0F0B0}" sibTransId="{469758F5-AF22-412E-A872-1B34BAA2B590}"/>
    <dgm:cxn modelId="{2E723F70-CF8C-4FE8-BB49-532A5CBA1A26}" type="presOf" srcId="{3411FDBE-80EF-4B68-A371-B96E3C1A9715}" destId="{AD724128-690D-49FF-A423-14B2A945B3C3}" srcOrd="0" destOrd="0" presId="urn:microsoft.com/office/officeart/2018/2/layout/IconLabelDescriptionList"/>
    <dgm:cxn modelId="{65038B71-C450-48BF-9223-53A61CFA58ED}" type="presOf" srcId="{CCE06697-A581-453D-9568-68E5F1941724}" destId="{5D1598C6-D719-4728-B447-8390C20C99BC}" srcOrd="0" destOrd="0" presId="urn:microsoft.com/office/officeart/2018/2/layout/IconLabelDescriptionList"/>
    <dgm:cxn modelId="{44A53979-CF1F-41E9-9803-2B175B74599B}" type="presOf" srcId="{CC947059-1062-43C1-A2F3-9DE92EE74B97}" destId="{030B15DC-FEA9-4CF7-B34E-B0FC2D7456BC}" srcOrd="0" destOrd="0" presId="urn:microsoft.com/office/officeart/2018/2/layout/IconLabelDescriptionList"/>
    <dgm:cxn modelId="{6055685A-FA50-44A8-9E99-69788D696858}" srcId="{CCC55EF4-9F94-47A5-8A41-8146AA5CD0CB}" destId="{B74F8399-852E-4C83-B66E-EA28570FA245}" srcOrd="0" destOrd="0" parTransId="{D42C9469-87C6-4110-BCDC-6D7A8913D455}" sibTransId="{27B99C83-D389-4D4F-850A-EC3E2E76E83A}"/>
    <dgm:cxn modelId="{54886A7A-ABA2-42DC-AF6C-C218ED7CEF26}" srcId="{8613FD42-59F4-435F-B33B-AF9960E8361E}" destId="{7B7B6F1E-098F-47E9-B5F2-C2C1A59A17F2}" srcOrd="0" destOrd="0" parTransId="{37CBE276-3885-4F20-AB8B-A493A906B433}" sibTransId="{1BF04E4E-324F-4B29-B209-7EA6799B5FDF}"/>
    <dgm:cxn modelId="{3407638C-813A-4AC4-8B0A-EA4F573B924E}" type="presOf" srcId="{01802AB8-D276-4AF8-953B-787B5E8E6A59}" destId="{F8254C77-B56E-4DEA-88F1-852869811971}" srcOrd="0" destOrd="0" presId="urn:microsoft.com/office/officeart/2018/2/layout/IconLabelDescriptionList"/>
    <dgm:cxn modelId="{CE9DC096-2C0E-4108-BC67-E26481546828}" srcId="{FAF3B74F-5383-45A6-A6CC-B119B6A4D1EE}" destId="{CC947059-1062-43C1-A2F3-9DE92EE74B97}" srcOrd="2" destOrd="0" parTransId="{5EF5D7A1-9155-4A65-A23F-E3F3D9978512}" sibTransId="{8BBAA6C0-2C93-43A8-848A-359DFAE436ED}"/>
    <dgm:cxn modelId="{58B66BA4-924E-47AD-AC7F-008656FEA9AA}" type="presOf" srcId="{CCC55EF4-9F94-47A5-8A41-8146AA5CD0CB}" destId="{E639B17E-A2AA-4119-AD3F-4F86378AEA7A}" srcOrd="0" destOrd="0" presId="urn:microsoft.com/office/officeart/2018/2/layout/IconLabelDescriptionList"/>
    <dgm:cxn modelId="{7BE222CC-D3AE-4123-B69F-FFA59CA6C3BA}" srcId="{AAF67D5D-ECD8-4C6D-9F68-6CF6EE14FF36}" destId="{3411FDBE-80EF-4B68-A371-B96E3C1A9715}" srcOrd="0" destOrd="0" parTransId="{3DF4D7D1-80B6-4AC9-A952-C76CBEE04E5D}" sibTransId="{CFBA25DB-135A-40DA-9283-0BA953979897}"/>
    <dgm:cxn modelId="{F96528CF-8591-4EEA-9B3C-804CA9100F20}" type="presOf" srcId="{B212BC32-0B09-4514-A023-85DDA6709B24}" destId="{85365AFE-0245-47F7-BCE0-91A8B32AEB37}" srcOrd="0" destOrd="0" presId="urn:microsoft.com/office/officeart/2018/2/layout/IconLabelDescriptionList"/>
    <dgm:cxn modelId="{FFF1BFD4-E928-4826-BB44-2D99C0AB9998}" srcId="{FAF3B74F-5383-45A6-A6CC-B119B6A4D1EE}" destId="{DFE39E60-F5D2-47F9-AC4D-FB5A9B05363E}" srcOrd="4" destOrd="0" parTransId="{6BF52035-05C2-4D51-A9DB-462618A574D2}" sibTransId="{83FDDC1F-1A87-4573-A151-D9505A614AEC}"/>
    <dgm:cxn modelId="{E9F22FE3-5386-4291-915E-4A9C71D70BC2}" srcId="{B212BC32-0B09-4514-A023-85DDA6709B24}" destId="{CCE06697-A581-453D-9568-68E5F1941724}" srcOrd="0" destOrd="0" parTransId="{A0F404F9-D280-4885-9321-46008FF8FB0B}" sibTransId="{F79756B3-BBB1-4C99-BA7C-A39212E9F51C}"/>
    <dgm:cxn modelId="{A115A5E8-8BCA-4A4D-AF85-C2E550C91E0D}" srcId="{FAF3B74F-5383-45A6-A6CC-B119B6A4D1EE}" destId="{AAF67D5D-ECD8-4C6D-9F68-6CF6EE14FF36}" srcOrd="0" destOrd="0" parTransId="{4C2F55EB-4D5A-45B0-B0B1-A177E3769394}" sibTransId="{28F2C0EA-687B-42E6-9D78-DB87E998BEED}"/>
    <dgm:cxn modelId="{B3CCE9ED-AB60-46BD-B780-BA93E79B3A71}" srcId="{DFE39E60-F5D2-47F9-AC4D-FB5A9B05363E}" destId="{FA0ECFC2-2E5A-4141-9ECE-CFF7B2C9343D}" srcOrd="0" destOrd="0" parTransId="{F1970456-784C-421D-AFF8-213E719ECD2E}" sibTransId="{48A763FD-F5CD-4583-A8C4-E373E711C146}"/>
    <dgm:cxn modelId="{F7DB2225-843B-4BB7-B71D-70053E2B7A7B}" type="presParOf" srcId="{FD91C6B9-711E-471B-8ECB-7D4C07AC4E7E}" destId="{460D7BE0-0C9A-49B7-9080-3A04FB6468E0}" srcOrd="0" destOrd="0" presId="urn:microsoft.com/office/officeart/2018/2/layout/IconLabelDescriptionList"/>
    <dgm:cxn modelId="{DC09BA29-75C3-40D3-916A-0C47EAB275C1}" type="presParOf" srcId="{460D7BE0-0C9A-49B7-9080-3A04FB6468E0}" destId="{4DB5993E-5548-4D80-9474-88891DBC93A2}" srcOrd="0" destOrd="0" presId="urn:microsoft.com/office/officeart/2018/2/layout/IconLabelDescriptionList"/>
    <dgm:cxn modelId="{C49C0C09-BB5A-47D3-8695-9741BAF75977}" type="presParOf" srcId="{460D7BE0-0C9A-49B7-9080-3A04FB6468E0}" destId="{5748B886-D5C9-4F80-8980-05D81F6E0056}" srcOrd="1" destOrd="0" presId="urn:microsoft.com/office/officeart/2018/2/layout/IconLabelDescriptionList"/>
    <dgm:cxn modelId="{F21EE3B9-9840-4478-AC07-F885A629AA8E}" type="presParOf" srcId="{460D7BE0-0C9A-49B7-9080-3A04FB6468E0}" destId="{675DC37E-D0A9-48F4-B849-9BDC02B54308}" srcOrd="2" destOrd="0" presId="urn:microsoft.com/office/officeart/2018/2/layout/IconLabelDescriptionList"/>
    <dgm:cxn modelId="{0A36A4D4-A3D6-4453-911D-7B734A9A9861}" type="presParOf" srcId="{460D7BE0-0C9A-49B7-9080-3A04FB6468E0}" destId="{2E97CF00-E100-43CE-9A35-B9E978C7CABB}" srcOrd="3" destOrd="0" presId="urn:microsoft.com/office/officeart/2018/2/layout/IconLabelDescriptionList"/>
    <dgm:cxn modelId="{1A497F5F-D8E5-4302-AC9B-E4D4721E6D2C}" type="presParOf" srcId="{460D7BE0-0C9A-49B7-9080-3A04FB6468E0}" destId="{AD724128-690D-49FF-A423-14B2A945B3C3}" srcOrd="4" destOrd="0" presId="urn:microsoft.com/office/officeart/2018/2/layout/IconLabelDescriptionList"/>
    <dgm:cxn modelId="{B49D3611-32F3-4C2D-8A22-D9FEB35600E7}" type="presParOf" srcId="{FD91C6B9-711E-471B-8ECB-7D4C07AC4E7E}" destId="{E9979EEB-8127-41DB-ACCA-1F8CC858CEB0}" srcOrd="1" destOrd="0" presId="urn:microsoft.com/office/officeart/2018/2/layout/IconLabelDescriptionList"/>
    <dgm:cxn modelId="{A9D4616A-825C-4B87-8F4C-51AF071B260A}" type="presParOf" srcId="{FD91C6B9-711E-471B-8ECB-7D4C07AC4E7E}" destId="{FB9BD96A-7ED6-4470-B75E-FA3F783F530C}" srcOrd="2" destOrd="0" presId="urn:microsoft.com/office/officeart/2018/2/layout/IconLabelDescriptionList"/>
    <dgm:cxn modelId="{7D292301-2E5B-474F-B0C7-00E27C3D3180}" type="presParOf" srcId="{FB9BD96A-7ED6-4470-B75E-FA3F783F530C}" destId="{12ACDCA8-28AF-49C3-8F0E-C1CF06BC6C13}" srcOrd="0" destOrd="0" presId="urn:microsoft.com/office/officeart/2018/2/layout/IconLabelDescriptionList"/>
    <dgm:cxn modelId="{5BD5C577-C735-4674-B82C-912F5C9857A2}" type="presParOf" srcId="{FB9BD96A-7ED6-4470-B75E-FA3F783F530C}" destId="{53DF00D2-ED2E-4AE5-92FB-E120EE64B57A}" srcOrd="1" destOrd="0" presId="urn:microsoft.com/office/officeart/2018/2/layout/IconLabelDescriptionList"/>
    <dgm:cxn modelId="{C8607874-DDA1-432A-9B46-82EB217ACDD5}" type="presParOf" srcId="{FB9BD96A-7ED6-4470-B75E-FA3F783F530C}" destId="{BEA4CE56-A08B-41FF-BBBA-0057A380E9D4}" srcOrd="2" destOrd="0" presId="urn:microsoft.com/office/officeart/2018/2/layout/IconLabelDescriptionList"/>
    <dgm:cxn modelId="{C04A19E1-9E3C-4C46-B0A3-4CB77A215138}" type="presParOf" srcId="{FB9BD96A-7ED6-4470-B75E-FA3F783F530C}" destId="{83407735-3E5E-451B-A842-D2E94716C6D2}" srcOrd="3" destOrd="0" presId="urn:microsoft.com/office/officeart/2018/2/layout/IconLabelDescriptionList"/>
    <dgm:cxn modelId="{B032FDAF-AEFB-418E-A772-1C5B0C49B4C0}" type="presParOf" srcId="{FB9BD96A-7ED6-4470-B75E-FA3F783F530C}" destId="{AFFCF509-C051-4C54-AACC-14B6098C5A71}" srcOrd="4" destOrd="0" presId="urn:microsoft.com/office/officeart/2018/2/layout/IconLabelDescriptionList"/>
    <dgm:cxn modelId="{69BBB462-3165-4F9B-9444-98FED9F6756C}" type="presParOf" srcId="{FD91C6B9-711E-471B-8ECB-7D4C07AC4E7E}" destId="{5FF0895D-6B6D-4D6F-A03F-64F6CB9B5D6C}" srcOrd="3" destOrd="0" presId="urn:microsoft.com/office/officeart/2018/2/layout/IconLabelDescriptionList"/>
    <dgm:cxn modelId="{23B2CB3D-A2A6-4A5D-A353-3D45F48AF345}" type="presParOf" srcId="{FD91C6B9-711E-471B-8ECB-7D4C07AC4E7E}" destId="{784F1B3C-90D8-4D0C-8F35-3414BFF68A65}" srcOrd="4" destOrd="0" presId="urn:microsoft.com/office/officeart/2018/2/layout/IconLabelDescriptionList"/>
    <dgm:cxn modelId="{AA759A96-BD22-48E7-9D9C-765B445237F9}" type="presParOf" srcId="{784F1B3C-90D8-4D0C-8F35-3414BFF68A65}" destId="{D3ABA6C7-EED3-482A-A8E8-B4F52DFEAD93}" srcOrd="0" destOrd="0" presId="urn:microsoft.com/office/officeart/2018/2/layout/IconLabelDescriptionList"/>
    <dgm:cxn modelId="{EB3F5063-2A24-494D-8726-8285958B1D1E}" type="presParOf" srcId="{784F1B3C-90D8-4D0C-8F35-3414BFF68A65}" destId="{B62645C4-B970-487B-AC8E-AFBB192E1DC7}" srcOrd="1" destOrd="0" presId="urn:microsoft.com/office/officeart/2018/2/layout/IconLabelDescriptionList"/>
    <dgm:cxn modelId="{C4CDE2EA-08D6-4BDD-8B82-E0E651282009}" type="presParOf" srcId="{784F1B3C-90D8-4D0C-8F35-3414BFF68A65}" destId="{030B15DC-FEA9-4CF7-B34E-B0FC2D7456BC}" srcOrd="2" destOrd="0" presId="urn:microsoft.com/office/officeart/2018/2/layout/IconLabelDescriptionList"/>
    <dgm:cxn modelId="{964F4262-3EB5-4C03-B779-E699337E0ED6}" type="presParOf" srcId="{784F1B3C-90D8-4D0C-8F35-3414BFF68A65}" destId="{905CA4B6-2233-4F20-B925-D09E8E245D63}" srcOrd="3" destOrd="0" presId="urn:microsoft.com/office/officeart/2018/2/layout/IconLabelDescriptionList"/>
    <dgm:cxn modelId="{0DFA2106-BF89-48A8-A250-9A8389E31B0D}" type="presParOf" srcId="{784F1B3C-90D8-4D0C-8F35-3414BFF68A65}" destId="{F8254C77-B56E-4DEA-88F1-852869811971}" srcOrd="4" destOrd="0" presId="urn:microsoft.com/office/officeart/2018/2/layout/IconLabelDescriptionList"/>
    <dgm:cxn modelId="{91CABA0B-09A0-49F0-BAAF-A0EE3DD7AD96}" type="presParOf" srcId="{FD91C6B9-711E-471B-8ECB-7D4C07AC4E7E}" destId="{B47AA58D-96FC-41D4-B7DD-A494E2C25AA8}" srcOrd="5" destOrd="0" presId="urn:microsoft.com/office/officeart/2018/2/layout/IconLabelDescriptionList"/>
    <dgm:cxn modelId="{B5581F67-1D8C-44C7-9FE3-C79E2A585334}" type="presParOf" srcId="{FD91C6B9-711E-471B-8ECB-7D4C07AC4E7E}" destId="{A6CFD0A6-075B-4B46-A51D-A5C055DFC762}" srcOrd="6" destOrd="0" presId="urn:microsoft.com/office/officeart/2018/2/layout/IconLabelDescriptionList"/>
    <dgm:cxn modelId="{631683B3-B8C5-440B-85EB-9DF0D4BB9328}" type="presParOf" srcId="{A6CFD0A6-075B-4B46-A51D-A5C055DFC762}" destId="{3C0A65DA-FCF6-4D12-BDA2-46ACB4C81257}" srcOrd="0" destOrd="0" presId="urn:microsoft.com/office/officeart/2018/2/layout/IconLabelDescriptionList"/>
    <dgm:cxn modelId="{779D2271-A885-42F0-AB98-DB0283BB1946}" type="presParOf" srcId="{A6CFD0A6-075B-4B46-A51D-A5C055DFC762}" destId="{FFA362E6-8586-4C38-B5EF-C20572645EDC}" srcOrd="1" destOrd="0" presId="urn:microsoft.com/office/officeart/2018/2/layout/IconLabelDescriptionList"/>
    <dgm:cxn modelId="{C5330E17-EA8E-4138-8F0E-7F611B1CF981}" type="presParOf" srcId="{A6CFD0A6-075B-4B46-A51D-A5C055DFC762}" destId="{85365AFE-0245-47F7-BCE0-91A8B32AEB37}" srcOrd="2" destOrd="0" presId="urn:microsoft.com/office/officeart/2018/2/layout/IconLabelDescriptionList"/>
    <dgm:cxn modelId="{E6CC6658-FCF6-487E-99DA-C7C099BF299D}" type="presParOf" srcId="{A6CFD0A6-075B-4B46-A51D-A5C055DFC762}" destId="{8F716F41-77D8-4B91-B795-491506D090C5}" srcOrd="3" destOrd="0" presId="urn:microsoft.com/office/officeart/2018/2/layout/IconLabelDescriptionList"/>
    <dgm:cxn modelId="{879E7DC5-A1A4-4EA2-92A5-EB47F84D5114}" type="presParOf" srcId="{A6CFD0A6-075B-4B46-A51D-A5C055DFC762}" destId="{5D1598C6-D719-4728-B447-8390C20C99BC}" srcOrd="4" destOrd="0" presId="urn:microsoft.com/office/officeart/2018/2/layout/IconLabelDescriptionList"/>
    <dgm:cxn modelId="{ADEFD2F3-8926-4A04-91F5-D76E868B3282}" type="presParOf" srcId="{FD91C6B9-711E-471B-8ECB-7D4C07AC4E7E}" destId="{590C3BCA-DF26-477C-82CE-AF147E80C585}" srcOrd="7" destOrd="0" presId="urn:microsoft.com/office/officeart/2018/2/layout/IconLabelDescriptionList"/>
    <dgm:cxn modelId="{6EBAEE8D-6827-4F5B-83C8-2EA0194626BA}" type="presParOf" srcId="{FD91C6B9-711E-471B-8ECB-7D4C07AC4E7E}" destId="{870A9F89-9B9A-4792-8D2B-516FBB12D6A1}" srcOrd="8" destOrd="0" presId="urn:microsoft.com/office/officeart/2018/2/layout/IconLabelDescriptionList"/>
    <dgm:cxn modelId="{7CB1EFAD-DBA1-44E0-A8E2-CF892999E70A}" type="presParOf" srcId="{870A9F89-9B9A-4792-8D2B-516FBB12D6A1}" destId="{E9D90725-BF5E-4FA3-BA20-B98DFC8B8F6C}" srcOrd="0" destOrd="0" presId="urn:microsoft.com/office/officeart/2018/2/layout/IconLabelDescriptionList"/>
    <dgm:cxn modelId="{C7E1AFF7-E14B-45DA-85C8-70502E035A44}" type="presParOf" srcId="{870A9F89-9B9A-4792-8D2B-516FBB12D6A1}" destId="{65E6E049-2B50-4AE2-895A-882A2985419B}" srcOrd="1" destOrd="0" presId="urn:microsoft.com/office/officeart/2018/2/layout/IconLabelDescriptionList"/>
    <dgm:cxn modelId="{968AFBDA-A648-4162-9920-EF5675741B95}" type="presParOf" srcId="{870A9F89-9B9A-4792-8D2B-516FBB12D6A1}" destId="{5DE76004-7A8F-47ED-8B60-5FD6ADEAFDE5}" srcOrd="2" destOrd="0" presId="urn:microsoft.com/office/officeart/2018/2/layout/IconLabelDescriptionList"/>
    <dgm:cxn modelId="{AB632177-704A-4782-A4D4-521DF18B8F4C}" type="presParOf" srcId="{870A9F89-9B9A-4792-8D2B-516FBB12D6A1}" destId="{A4C6648B-CFCC-43F6-AA57-66B5D728FECA}" srcOrd="3" destOrd="0" presId="urn:microsoft.com/office/officeart/2018/2/layout/IconLabelDescriptionList"/>
    <dgm:cxn modelId="{BE215B38-9B3A-4211-AF4B-A8594719F42A}" type="presParOf" srcId="{870A9F89-9B9A-4792-8D2B-516FBB12D6A1}" destId="{CF5F96A3-9F6F-43D9-A9B2-FBE0725C20E1}" srcOrd="4" destOrd="0" presId="urn:microsoft.com/office/officeart/2018/2/layout/IconLabelDescriptionList"/>
    <dgm:cxn modelId="{0B000584-A0B1-494B-87DD-E251ACAF6230}" type="presParOf" srcId="{FD91C6B9-711E-471B-8ECB-7D4C07AC4E7E}" destId="{C975549D-BFFC-42CB-BE87-D7274B7C8611}" srcOrd="9" destOrd="0" presId="urn:microsoft.com/office/officeart/2018/2/layout/IconLabelDescriptionList"/>
    <dgm:cxn modelId="{8F7C592B-5B98-449F-8DA7-7B055EB85E0B}" type="presParOf" srcId="{FD91C6B9-711E-471B-8ECB-7D4C07AC4E7E}" destId="{C02E60AF-4226-466E-9AC0-B9CA6A222F56}" srcOrd="10" destOrd="0" presId="urn:microsoft.com/office/officeart/2018/2/layout/IconLabelDescriptionList"/>
    <dgm:cxn modelId="{613B1832-3A7F-4463-AF97-5075869CDB5A}" type="presParOf" srcId="{C02E60AF-4226-466E-9AC0-B9CA6A222F56}" destId="{D88662D8-E1DB-4667-B2EF-F4FDC4213A56}" srcOrd="0" destOrd="0" presId="urn:microsoft.com/office/officeart/2018/2/layout/IconLabelDescriptionList"/>
    <dgm:cxn modelId="{436DA082-3363-46B0-BEAD-227B9E256F3B}" type="presParOf" srcId="{C02E60AF-4226-466E-9AC0-B9CA6A222F56}" destId="{22692CCC-7989-4CF0-9263-91E1846C2DA7}" srcOrd="1" destOrd="0" presId="urn:microsoft.com/office/officeart/2018/2/layout/IconLabelDescriptionList"/>
    <dgm:cxn modelId="{AFB38544-CFB0-48DD-A92D-771F9CB366BF}" type="presParOf" srcId="{C02E60AF-4226-466E-9AC0-B9CA6A222F56}" destId="{E639B17E-A2AA-4119-AD3F-4F86378AEA7A}" srcOrd="2" destOrd="0" presId="urn:microsoft.com/office/officeart/2018/2/layout/IconLabelDescriptionList"/>
    <dgm:cxn modelId="{1D58AA3A-4A12-4F2C-9D79-0B5CF99C9BFE}" type="presParOf" srcId="{C02E60AF-4226-466E-9AC0-B9CA6A222F56}" destId="{5C067CB7-EA14-4381-B1FF-654CAEEBCCB8}" srcOrd="3" destOrd="0" presId="urn:microsoft.com/office/officeart/2018/2/layout/IconLabelDescriptionList"/>
    <dgm:cxn modelId="{637C19C3-04E9-41B6-9633-DFBA025D102D}" type="presParOf" srcId="{C02E60AF-4226-466E-9AC0-B9CA6A222F56}" destId="{7EE2DC64-ADDE-49C1-8AD2-852EF9B8C07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2F66D-2E35-46C0-8EF4-4CFFE80AC3A9}">
      <dsp:nvSpPr>
        <dsp:cNvPr id="0" name=""/>
        <dsp:cNvSpPr/>
      </dsp:nvSpPr>
      <dsp:spPr>
        <a:xfrm>
          <a:off x="5312" y="17560"/>
          <a:ext cx="2415533" cy="9518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solidFill>
                <a:srgbClr val="C00000"/>
              </a:solidFill>
            </a:rPr>
            <a:t>1. Análise de Requisitos</a:t>
          </a:r>
        </a:p>
      </dsp:txBody>
      <dsp:txXfrm>
        <a:off x="5312" y="17560"/>
        <a:ext cx="2415533" cy="634535"/>
      </dsp:txXfrm>
    </dsp:sp>
    <dsp:sp modelId="{D33F40E7-C6E3-4D1A-B004-8688BC34B4EF}">
      <dsp:nvSpPr>
        <dsp:cNvPr id="0" name=""/>
        <dsp:cNvSpPr/>
      </dsp:nvSpPr>
      <dsp:spPr>
        <a:xfrm>
          <a:off x="500060" y="652096"/>
          <a:ext cx="2415533" cy="1843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>
              <a:solidFill>
                <a:srgbClr val="000000"/>
              </a:solidFill>
              <a:latin typeface="Arial Narrow" panose="020B0606020202030204" pitchFamily="34" charset="0"/>
            </a:rPr>
            <a:t>“ Uma empresa manufatura produtos. Cada produto tem um código, nome e pertence a uma categoria . As categorias são divididas em....”</a:t>
          </a:r>
          <a:endParaRPr lang="pt-BR" sz="1600" kern="1200" dirty="0"/>
        </a:p>
      </dsp:txBody>
      <dsp:txXfrm>
        <a:off x="554045" y="706081"/>
        <a:ext cx="2307563" cy="1735230"/>
      </dsp:txXfrm>
    </dsp:sp>
    <dsp:sp modelId="{DECAA5F8-3294-4599-961A-68D1CD72A259}">
      <dsp:nvSpPr>
        <dsp:cNvPr id="0" name=""/>
        <dsp:cNvSpPr/>
      </dsp:nvSpPr>
      <dsp:spPr>
        <a:xfrm>
          <a:off x="2787032" y="34129"/>
          <a:ext cx="776314" cy="6013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2787032" y="154409"/>
        <a:ext cx="595895" cy="360838"/>
      </dsp:txXfrm>
    </dsp:sp>
    <dsp:sp modelId="{8E57CE36-851F-4DFF-88B3-C70382085A4C}">
      <dsp:nvSpPr>
        <dsp:cNvPr id="0" name=""/>
        <dsp:cNvSpPr/>
      </dsp:nvSpPr>
      <dsp:spPr>
        <a:xfrm>
          <a:off x="3885591" y="17560"/>
          <a:ext cx="2415533" cy="951803"/>
        </a:xfrm>
        <a:prstGeom prst="roundRect">
          <a:avLst>
            <a:gd name="adj" fmla="val 10000"/>
          </a:avLst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solidFill>
                <a:srgbClr val="C00000"/>
              </a:solidFill>
            </a:rPr>
            <a:t>2. Modelo Conceitual</a:t>
          </a:r>
        </a:p>
      </dsp:txBody>
      <dsp:txXfrm>
        <a:off x="3885591" y="17560"/>
        <a:ext cx="2415533" cy="634535"/>
      </dsp:txXfrm>
    </dsp:sp>
    <dsp:sp modelId="{56F3FEB3-07FE-44FB-AF16-D94E998D5FCC}">
      <dsp:nvSpPr>
        <dsp:cNvPr id="0" name=""/>
        <dsp:cNvSpPr/>
      </dsp:nvSpPr>
      <dsp:spPr>
        <a:xfrm>
          <a:off x="4380339" y="652096"/>
          <a:ext cx="2415533" cy="1843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28FB8D-8751-4038-8681-8EFCB49B264D}">
      <dsp:nvSpPr>
        <dsp:cNvPr id="0" name=""/>
        <dsp:cNvSpPr/>
      </dsp:nvSpPr>
      <dsp:spPr>
        <a:xfrm>
          <a:off x="6667311" y="34129"/>
          <a:ext cx="776314" cy="6013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6667311" y="154409"/>
        <a:ext cx="595895" cy="360838"/>
      </dsp:txXfrm>
    </dsp:sp>
    <dsp:sp modelId="{928967DF-906A-4761-A24C-9EA06C1195ED}">
      <dsp:nvSpPr>
        <dsp:cNvPr id="0" name=""/>
        <dsp:cNvSpPr/>
      </dsp:nvSpPr>
      <dsp:spPr>
        <a:xfrm>
          <a:off x="7765869" y="17560"/>
          <a:ext cx="2415533" cy="951803"/>
        </a:xfrm>
        <a:prstGeom prst="roundRect">
          <a:avLst>
            <a:gd name="adj" fmla="val 1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3. Lógico, físico, segurança, </a:t>
          </a:r>
          <a:r>
            <a:rPr lang="pt-BR" sz="1600" kern="1200" dirty="0" err="1"/>
            <a:t>etc</a:t>
          </a:r>
          <a:endParaRPr lang="pt-BR" sz="1600" kern="1200" dirty="0"/>
        </a:p>
      </dsp:txBody>
      <dsp:txXfrm>
        <a:off x="7765869" y="17560"/>
        <a:ext cx="2415533" cy="634535"/>
      </dsp:txXfrm>
    </dsp:sp>
    <dsp:sp modelId="{FF5284E9-83F3-4D30-9048-E6FD57710F22}">
      <dsp:nvSpPr>
        <dsp:cNvPr id="0" name=""/>
        <dsp:cNvSpPr/>
      </dsp:nvSpPr>
      <dsp:spPr>
        <a:xfrm>
          <a:off x="8260617" y="652096"/>
          <a:ext cx="2415533" cy="1843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85FE0-F227-4809-81CF-3181BD7796AF}">
      <dsp:nvSpPr>
        <dsp:cNvPr id="0" name=""/>
        <dsp:cNvSpPr/>
      </dsp:nvSpPr>
      <dsp:spPr>
        <a:xfrm>
          <a:off x="0" y="20866"/>
          <a:ext cx="4064000" cy="62361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rPr>
            <a:t>Relacional</a:t>
          </a:r>
          <a:endParaRPr lang="pt-BR" sz="2600" kern="1200" dirty="0"/>
        </a:p>
      </dsp:txBody>
      <dsp:txXfrm>
        <a:off x="30442" y="51308"/>
        <a:ext cx="4003116" cy="562726"/>
      </dsp:txXfrm>
    </dsp:sp>
    <dsp:sp modelId="{87954AC0-5530-4A37-A794-81468C0CBC59}">
      <dsp:nvSpPr>
        <dsp:cNvPr id="0" name=""/>
        <dsp:cNvSpPr/>
      </dsp:nvSpPr>
      <dsp:spPr>
        <a:xfrm>
          <a:off x="0" y="719357"/>
          <a:ext cx="4064000" cy="623610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rPr>
            <a:t>Não Relacional</a:t>
          </a:r>
          <a:endParaRPr lang="pt-BR" sz="2600" kern="1200" dirty="0"/>
        </a:p>
      </dsp:txBody>
      <dsp:txXfrm>
        <a:off x="30442" y="749799"/>
        <a:ext cx="4003116" cy="562726"/>
      </dsp:txXfrm>
    </dsp:sp>
    <dsp:sp modelId="{86D2F951-5292-4402-8785-D958640244A1}">
      <dsp:nvSpPr>
        <dsp:cNvPr id="0" name=""/>
        <dsp:cNvSpPr/>
      </dsp:nvSpPr>
      <dsp:spPr>
        <a:xfrm>
          <a:off x="0" y="1342967"/>
          <a:ext cx="4064000" cy="1345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03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rPr>
            <a:t>Chave-Valor</a:t>
          </a:r>
          <a:endParaRPr lang="pt-B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rPr>
            <a:t>Documentos</a:t>
          </a:r>
          <a:endParaRPr lang="pt-BR" sz="2000" kern="1200" dirty="0">
            <a:latin typeface="Cascadia Code" panose="020B0609020000020004" pitchFamily="49" charset="0"/>
            <a:ea typeface="Cascadia Code" panose="020B0609020000020004" pitchFamily="49" charset="0"/>
            <a:cs typeface="Cascadia Code" panose="020B0609020000020004" pitchFamily="49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rPr>
            <a:t>Grafos</a:t>
          </a:r>
          <a:endParaRPr lang="pt-BR" sz="2000" kern="1200" dirty="0">
            <a:latin typeface="Cascadia Code" panose="020B0609020000020004" pitchFamily="49" charset="0"/>
            <a:ea typeface="Cascadia Code" panose="020B0609020000020004" pitchFamily="49" charset="0"/>
            <a:cs typeface="Cascadia Code" panose="020B0609020000020004" pitchFamily="49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rPr>
            <a:t>...</a:t>
          </a:r>
          <a:endParaRPr lang="pt-BR" sz="2000" kern="1200" dirty="0">
            <a:latin typeface="Cascadia Code" panose="020B0609020000020004" pitchFamily="49" charset="0"/>
            <a:ea typeface="Cascadia Code" panose="020B0609020000020004" pitchFamily="49" charset="0"/>
            <a:cs typeface="Cascadia Code" panose="020B0609020000020004" pitchFamily="49" charset="0"/>
          </a:endParaRPr>
        </a:p>
      </dsp:txBody>
      <dsp:txXfrm>
        <a:off x="0" y="1342967"/>
        <a:ext cx="4064000" cy="1345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A573A2-DC68-41AF-8C01-F64175D484B0}">
      <dsp:nvSpPr>
        <dsp:cNvPr id="0" name=""/>
        <dsp:cNvSpPr/>
      </dsp:nvSpPr>
      <dsp:spPr>
        <a:xfrm rot="16200000">
          <a:off x="1308681" y="-1308681"/>
          <a:ext cx="612346" cy="3229708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DDL(Construir)</a:t>
          </a:r>
        </a:p>
      </dsp:txBody>
      <dsp:txXfrm rot="5400000">
        <a:off x="0" y="0"/>
        <a:ext cx="3229708" cy="459259"/>
      </dsp:txXfrm>
    </dsp:sp>
    <dsp:sp modelId="{257C6AA0-CC78-4BF7-ACF0-97A1EF824D6A}">
      <dsp:nvSpPr>
        <dsp:cNvPr id="0" name=""/>
        <dsp:cNvSpPr/>
      </dsp:nvSpPr>
      <dsp:spPr>
        <a:xfrm>
          <a:off x="3229708" y="0"/>
          <a:ext cx="3229708" cy="61234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DML (Manipular)</a:t>
          </a:r>
        </a:p>
      </dsp:txBody>
      <dsp:txXfrm>
        <a:off x="3229708" y="0"/>
        <a:ext cx="3229708" cy="459259"/>
      </dsp:txXfrm>
    </dsp:sp>
    <dsp:sp modelId="{B7FB9358-4ED3-49CB-8C91-F4319FF266D9}">
      <dsp:nvSpPr>
        <dsp:cNvPr id="0" name=""/>
        <dsp:cNvSpPr/>
      </dsp:nvSpPr>
      <dsp:spPr>
        <a:xfrm rot="10800000">
          <a:off x="0" y="612346"/>
          <a:ext cx="3229708" cy="61234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DCL (</a:t>
          </a:r>
          <a:r>
            <a:rPr lang="pt-BR" sz="2400" kern="1200" dirty="0"/>
            <a:t>Controlar acesso)</a:t>
          </a:r>
          <a:endParaRPr lang="pt-BR" sz="2000" kern="1200" dirty="0"/>
        </a:p>
      </dsp:txBody>
      <dsp:txXfrm rot="10800000">
        <a:off x="0" y="765433"/>
        <a:ext cx="3229708" cy="459259"/>
      </dsp:txXfrm>
    </dsp:sp>
    <dsp:sp modelId="{B6FD6449-8C87-420D-B596-9F63572C7C3D}">
      <dsp:nvSpPr>
        <dsp:cNvPr id="0" name=""/>
        <dsp:cNvSpPr/>
      </dsp:nvSpPr>
      <dsp:spPr>
        <a:xfrm rot="5400000">
          <a:off x="4538390" y="-696334"/>
          <a:ext cx="612346" cy="3229708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TCL (Transacionar)</a:t>
          </a:r>
        </a:p>
      </dsp:txBody>
      <dsp:txXfrm rot="-5400000">
        <a:off x="3229709" y="765433"/>
        <a:ext cx="3229708" cy="459259"/>
      </dsp:txXfrm>
    </dsp:sp>
    <dsp:sp modelId="{C71E24A6-28E2-4AA7-B7EC-8C2C897F0F54}">
      <dsp:nvSpPr>
        <dsp:cNvPr id="0" name=""/>
        <dsp:cNvSpPr/>
      </dsp:nvSpPr>
      <dsp:spPr>
        <a:xfrm>
          <a:off x="2622326" y="459259"/>
          <a:ext cx="1214764" cy="306173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SQL</a:t>
          </a:r>
        </a:p>
      </dsp:txBody>
      <dsp:txXfrm>
        <a:off x="2637272" y="474205"/>
        <a:ext cx="1184872" cy="2762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B5993E-5548-4D80-9474-88891DBC93A2}">
      <dsp:nvSpPr>
        <dsp:cNvPr id="0" name=""/>
        <dsp:cNvSpPr/>
      </dsp:nvSpPr>
      <dsp:spPr>
        <a:xfrm>
          <a:off x="17739" y="140266"/>
          <a:ext cx="557787" cy="5223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DC37E-D0A9-48F4-B849-9BDC02B54308}">
      <dsp:nvSpPr>
        <dsp:cNvPr id="0" name=""/>
        <dsp:cNvSpPr/>
      </dsp:nvSpPr>
      <dsp:spPr>
        <a:xfrm>
          <a:off x="17739" y="837648"/>
          <a:ext cx="1593679" cy="1047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/>
            <a:t>Banco relacional</a:t>
          </a:r>
          <a:endParaRPr lang="en-US" sz="2000" kern="1200"/>
        </a:p>
      </dsp:txBody>
      <dsp:txXfrm>
        <a:off x="17739" y="837648"/>
        <a:ext cx="1593679" cy="1047737"/>
      </dsp:txXfrm>
    </dsp:sp>
    <dsp:sp modelId="{AD724128-690D-49FF-A423-14B2A945B3C3}">
      <dsp:nvSpPr>
        <dsp:cNvPr id="0" name=""/>
        <dsp:cNvSpPr/>
      </dsp:nvSpPr>
      <dsp:spPr>
        <a:xfrm>
          <a:off x="17739" y="1966802"/>
          <a:ext cx="1593679" cy="224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Organiza dados em tabelas com linhas e colunas, assegurando forte integridade de dados</a:t>
          </a:r>
          <a:endParaRPr lang="en-US" sz="1600" kern="1200" dirty="0"/>
        </a:p>
      </dsp:txBody>
      <dsp:txXfrm>
        <a:off x="17739" y="1966802"/>
        <a:ext cx="1593679" cy="2244269"/>
      </dsp:txXfrm>
    </dsp:sp>
    <dsp:sp modelId="{12ACDCA8-28AF-49C3-8F0E-C1CF06BC6C13}">
      <dsp:nvSpPr>
        <dsp:cNvPr id="0" name=""/>
        <dsp:cNvSpPr/>
      </dsp:nvSpPr>
      <dsp:spPr>
        <a:xfrm>
          <a:off x="1890312" y="140266"/>
          <a:ext cx="557787" cy="5223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A4CE56-A08B-41FF-BBBA-0057A380E9D4}">
      <dsp:nvSpPr>
        <dsp:cNvPr id="0" name=""/>
        <dsp:cNvSpPr/>
      </dsp:nvSpPr>
      <dsp:spPr>
        <a:xfrm>
          <a:off x="1890312" y="837648"/>
          <a:ext cx="1593679" cy="1047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/>
            <a:t>Base orientada a Documentos</a:t>
          </a:r>
          <a:endParaRPr lang="en-US" sz="2000" kern="1200"/>
        </a:p>
      </dsp:txBody>
      <dsp:txXfrm>
        <a:off x="1890312" y="837648"/>
        <a:ext cx="1593679" cy="1047737"/>
      </dsp:txXfrm>
    </dsp:sp>
    <dsp:sp modelId="{AFFCF509-C051-4C54-AACC-14B6098C5A71}">
      <dsp:nvSpPr>
        <dsp:cNvPr id="0" name=""/>
        <dsp:cNvSpPr/>
      </dsp:nvSpPr>
      <dsp:spPr>
        <a:xfrm>
          <a:off x="1890312" y="1966802"/>
          <a:ext cx="1593679" cy="224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Armazena e recupera dados em documentos JSON. Ideal para manusear estruturas de dados diversas</a:t>
          </a:r>
          <a:endParaRPr lang="en-US" sz="1600" kern="1200" dirty="0"/>
        </a:p>
      </dsp:txBody>
      <dsp:txXfrm>
        <a:off x="1890312" y="1966802"/>
        <a:ext cx="1593679" cy="2244269"/>
      </dsp:txXfrm>
    </dsp:sp>
    <dsp:sp modelId="{D3ABA6C7-EED3-482A-A8E8-B4F52DFEAD93}">
      <dsp:nvSpPr>
        <dsp:cNvPr id="0" name=""/>
        <dsp:cNvSpPr/>
      </dsp:nvSpPr>
      <dsp:spPr>
        <a:xfrm>
          <a:off x="3762886" y="140266"/>
          <a:ext cx="557787" cy="5223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B15DC-FEA9-4CF7-B34E-B0FC2D7456BC}">
      <dsp:nvSpPr>
        <dsp:cNvPr id="0" name=""/>
        <dsp:cNvSpPr/>
      </dsp:nvSpPr>
      <dsp:spPr>
        <a:xfrm>
          <a:off x="3762886" y="837648"/>
          <a:ext cx="1593679" cy="1047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/>
            <a:t>In-Memory</a:t>
          </a:r>
          <a:endParaRPr lang="en-US" sz="2000" kern="1200"/>
        </a:p>
      </dsp:txBody>
      <dsp:txXfrm>
        <a:off x="3762886" y="837648"/>
        <a:ext cx="1593679" cy="1047737"/>
      </dsp:txXfrm>
    </dsp:sp>
    <dsp:sp modelId="{F8254C77-B56E-4DEA-88F1-852869811971}">
      <dsp:nvSpPr>
        <dsp:cNvPr id="0" name=""/>
        <dsp:cNvSpPr/>
      </dsp:nvSpPr>
      <dsp:spPr>
        <a:xfrm>
          <a:off x="3762886" y="1966802"/>
          <a:ext cx="1593679" cy="224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Armazena dados na memória do sistemas para acessos rápidos. Benéfico para aplicações com alto desempenho que requerem recuperação rápida de dados</a:t>
          </a:r>
          <a:endParaRPr lang="en-US" sz="1600" kern="1200" dirty="0"/>
        </a:p>
      </dsp:txBody>
      <dsp:txXfrm>
        <a:off x="3762886" y="1966802"/>
        <a:ext cx="1593679" cy="2244269"/>
      </dsp:txXfrm>
    </dsp:sp>
    <dsp:sp modelId="{3C0A65DA-FCF6-4D12-BDA2-46ACB4C81257}">
      <dsp:nvSpPr>
        <dsp:cNvPr id="0" name=""/>
        <dsp:cNvSpPr/>
      </dsp:nvSpPr>
      <dsp:spPr>
        <a:xfrm>
          <a:off x="5635459" y="140266"/>
          <a:ext cx="557787" cy="5223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5AFE-0245-47F7-BCE0-91A8B32AEB37}">
      <dsp:nvSpPr>
        <dsp:cNvPr id="0" name=""/>
        <dsp:cNvSpPr/>
      </dsp:nvSpPr>
      <dsp:spPr>
        <a:xfrm>
          <a:off x="5635459" y="837648"/>
          <a:ext cx="1593679" cy="1047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/>
            <a:t>Base orientada a Grafos</a:t>
          </a:r>
          <a:endParaRPr lang="en-US" sz="2000" kern="1200"/>
        </a:p>
      </dsp:txBody>
      <dsp:txXfrm>
        <a:off x="5635459" y="837648"/>
        <a:ext cx="1593679" cy="1047737"/>
      </dsp:txXfrm>
    </dsp:sp>
    <dsp:sp modelId="{5D1598C6-D719-4728-B447-8390C20C99BC}">
      <dsp:nvSpPr>
        <dsp:cNvPr id="0" name=""/>
        <dsp:cNvSpPr/>
      </dsp:nvSpPr>
      <dsp:spPr>
        <a:xfrm>
          <a:off x="5635459" y="1966802"/>
          <a:ext cx="1593679" cy="224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Foca no relacionamento em ter pontos de dados. Gerencia eficientemente relacionamentos complexos frequentemente encontrados em redes sociais ou estruturas organizacionais</a:t>
          </a:r>
          <a:endParaRPr lang="en-US" sz="1600" kern="1200"/>
        </a:p>
      </dsp:txBody>
      <dsp:txXfrm>
        <a:off x="5635459" y="1966802"/>
        <a:ext cx="1593679" cy="2244269"/>
      </dsp:txXfrm>
    </dsp:sp>
    <dsp:sp modelId="{E9D90725-BF5E-4FA3-BA20-B98DFC8B8F6C}">
      <dsp:nvSpPr>
        <dsp:cNvPr id="0" name=""/>
        <dsp:cNvSpPr/>
      </dsp:nvSpPr>
      <dsp:spPr>
        <a:xfrm>
          <a:off x="7593765" y="140266"/>
          <a:ext cx="557787" cy="5223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E76004-7A8F-47ED-8B60-5FD6ADEAFDE5}">
      <dsp:nvSpPr>
        <dsp:cNvPr id="0" name=""/>
        <dsp:cNvSpPr/>
      </dsp:nvSpPr>
      <dsp:spPr>
        <a:xfrm>
          <a:off x="7508033" y="837648"/>
          <a:ext cx="1765143" cy="1047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 dirty="0"/>
            <a:t>Base orientada a Série temporal (Time-Series)</a:t>
          </a:r>
          <a:endParaRPr lang="en-US" sz="2000" kern="1200" dirty="0"/>
        </a:p>
      </dsp:txBody>
      <dsp:txXfrm>
        <a:off x="7508033" y="837648"/>
        <a:ext cx="1765143" cy="1047737"/>
      </dsp:txXfrm>
    </dsp:sp>
    <dsp:sp modelId="{CF5F96A3-9F6F-43D9-A9B2-FBE0725C20E1}">
      <dsp:nvSpPr>
        <dsp:cNvPr id="0" name=""/>
        <dsp:cNvSpPr/>
      </dsp:nvSpPr>
      <dsp:spPr>
        <a:xfrm>
          <a:off x="7593765" y="1966802"/>
          <a:ext cx="1593679" cy="224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Otimizada para manuesear dados em ordem temporais, tornando-se idela par aplicações que lidar com data e hora e padrões temporais</a:t>
          </a:r>
          <a:endParaRPr lang="en-US" sz="1600" kern="1200"/>
        </a:p>
      </dsp:txBody>
      <dsp:txXfrm>
        <a:off x="7593765" y="1966802"/>
        <a:ext cx="1593679" cy="2244269"/>
      </dsp:txXfrm>
    </dsp:sp>
    <dsp:sp modelId="{D88662D8-E1DB-4667-B2EF-F4FDC4213A56}">
      <dsp:nvSpPr>
        <dsp:cNvPr id="0" name=""/>
        <dsp:cNvSpPr/>
      </dsp:nvSpPr>
      <dsp:spPr>
        <a:xfrm>
          <a:off x="9552071" y="140266"/>
          <a:ext cx="557787" cy="52233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9B17E-A2AA-4119-AD3F-4F86378AEA7A}">
      <dsp:nvSpPr>
        <dsp:cNvPr id="0" name=""/>
        <dsp:cNvSpPr/>
      </dsp:nvSpPr>
      <dsp:spPr>
        <a:xfrm>
          <a:off x="9552071" y="837648"/>
          <a:ext cx="1593679" cy="1047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 dirty="0"/>
            <a:t>Base orientada a </a:t>
          </a:r>
          <a:r>
            <a:rPr lang="pt-BR" sz="2000" kern="1200" dirty="0" err="1"/>
            <a:t>geo-referenciamento</a:t>
          </a:r>
          <a:r>
            <a:rPr lang="pt-BR" sz="2000" kern="1200" dirty="0"/>
            <a:t> </a:t>
          </a:r>
          <a:endParaRPr lang="en-US" sz="2000" kern="1200" dirty="0"/>
        </a:p>
      </dsp:txBody>
      <dsp:txXfrm>
        <a:off x="9552071" y="837648"/>
        <a:ext cx="1593679" cy="1047737"/>
      </dsp:txXfrm>
    </dsp:sp>
    <dsp:sp modelId="{7EE2DC64-ADDE-49C1-8AD2-852EF9B8C071}">
      <dsp:nvSpPr>
        <dsp:cNvPr id="0" name=""/>
        <dsp:cNvSpPr/>
      </dsp:nvSpPr>
      <dsp:spPr>
        <a:xfrm>
          <a:off x="9552071" y="1966802"/>
          <a:ext cx="1593679" cy="224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Gerencia dados de georreferenciamento, facilitando o armazenamento e recuperação desta informação.</a:t>
          </a:r>
          <a:endParaRPr lang="en-US" sz="1600" kern="1200"/>
        </a:p>
      </dsp:txBody>
      <dsp:txXfrm>
        <a:off x="9552071" y="1966802"/>
        <a:ext cx="1593679" cy="22442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08858-6382-451C-A9E5-C0C5720F1EC3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1F524-707B-493E-BCE7-1D555958E6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960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1F524-707B-493E-BCE7-1D555958E61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727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VIVMEOS NUM MUNDO CERCADO DE INFORMÇÃO </a:t>
            </a:r>
          </a:p>
          <a:p>
            <a:r>
              <a:rPr lang="pt-BR" dirty="0"/>
              <a:t>Os Dados estão em todo lugar</a:t>
            </a:r>
          </a:p>
          <a:p>
            <a:r>
              <a:rPr lang="pt-BR" dirty="0"/>
              <a:t>Diariamente nós somos abarrotados de dados e informações por todos os lados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1F524-707B-493E-BCE7-1D555958E61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246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VIVEMOS UMA FASE DE TRANSIÇÃO DO VALOR DA INFORMAÇÃO PARA AS EMPRESAS</a:t>
            </a:r>
          </a:p>
          <a:p>
            <a:r>
              <a:rPr lang="pt-BR" dirty="0"/>
              <a:t>NO PASSADO,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1F524-707B-493E-BCE7-1D555958E61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3012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Estamos vivendo a era da informação...</a:t>
            </a:r>
          </a:p>
          <a:p>
            <a:endParaRPr lang="pt-BR" dirty="0"/>
          </a:p>
          <a:p>
            <a:r>
              <a:rPr lang="pt-BR" dirty="0"/>
              <a:t>Ela está presente em tudo que falamos, fazemos, vemos ... está em toda parte e sempre presente em nossas vidas</a:t>
            </a:r>
          </a:p>
          <a:p>
            <a:endParaRPr lang="pt-BR" dirty="0"/>
          </a:p>
          <a:p>
            <a:r>
              <a:rPr lang="pt-BR" dirty="0"/>
              <a:t>Saímos de uma era analógica onde conseguíamos novas informações através de livros, jornais, radio, televisão, e até mesmo com os nossos professores </a:t>
            </a:r>
            <a:r>
              <a:rPr lang="pt-BR" dirty="0">
                <a:sym typeface="Wingdings" panose="05000000000000000000" pitchFamily="2" charset="2"/>
              </a:rPr>
              <a:t> </a:t>
            </a:r>
          </a:p>
          <a:p>
            <a:endParaRPr lang="pt-BR" dirty="0"/>
          </a:p>
          <a:p>
            <a:r>
              <a:rPr lang="pt-BR" dirty="0"/>
              <a:t>... E, a partir dos anos 90, ingressamos numa nova era ... a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era digital</a:t>
            </a:r>
            <a:r>
              <a:rPr lang="pt-BR" dirty="0"/>
              <a:t>. </a:t>
            </a:r>
          </a:p>
          <a:p>
            <a:endParaRPr lang="pt-BR" dirty="0"/>
          </a:p>
          <a:p>
            <a:r>
              <a:rPr lang="pt-BR" dirty="0"/>
              <a:t>Agora, a informação é instantânea.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F1F524-707B-493E-BCE7-1D555958E61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526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F1F524-707B-493E-BCE7-1D555958E615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1870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Estamos vivendo a era da informação...</a:t>
            </a:r>
          </a:p>
          <a:p>
            <a:endParaRPr lang="pt-BR" dirty="0"/>
          </a:p>
          <a:p>
            <a:r>
              <a:rPr lang="pt-BR" dirty="0"/>
              <a:t>Ela está presente em tudo que falamos, fazemos, vemos ... está em toda parte e sempre presente em nossas vidas</a:t>
            </a:r>
          </a:p>
          <a:p>
            <a:endParaRPr lang="pt-BR" dirty="0"/>
          </a:p>
          <a:p>
            <a:r>
              <a:rPr lang="pt-BR" dirty="0"/>
              <a:t>Saímos de uma era analógica onde conseguíamos novas informações através de livros, jornais, radio, televisão, e até mesmo com os nossos professores </a:t>
            </a:r>
            <a:r>
              <a:rPr lang="pt-BR" dirty="0">
                <a:sym typeface="Wingdings" panose="05000000000000000000" pitchFamily="2" charset="2"/>
              </a:rPr>
              <a:t> </a:t>
            </a:r>
          </a:p>
          <a:p>
            <a:endParaRPr lang="pt-BR" dirty="0"/>
          </a:p>
          <a:p>
            <a:r>
              <a:rPr lang="pt-BR" dirty="0"/>
              <a:t>... E, a partir dos anos 90, ingressamos numa nova era ... a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era digital</a:t>
            </a:r>
            <a:r>
              <a:rPr lang="pt-BR" dirty="0"/>
              <a:t>. </a:t>
            </a:r>
          </a:p>
          <a:p>
            <a:endParaRPr lang="pt-BR" dirty="0"/>
          </a:p>
          <a:p>
            <a:r>
              <a:rPr lang="pt-BR" dirty="0"/>
              <a:t>Agora, a informação é instantânea.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F1F524-707B-493E-BCE7-1D555958E615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278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8445CE-53B7-473B-8FE9-23D6303B676A}" type="slidenum">
              <a:rPr lang="pt-BR" smtClean="0">
                <a:latin typeface="Arial" charset="0"/>
              </a:rPr>
              <a:pPr/>
              <a:t>23</a:t>
            </a:fld>
            <a:endParaRPr lang="pt-BR">
              <a:latin typeface="Arial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546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8445CE-53B7-473B-8FE9-23D6303B676A}" type="slidenum">
              <a:rPr lang="pt-BR" smtClean="0">
                <a:latin typeface="Arial" charset="0"/>
              </a:rPr>
              <a:pPr/>
              <a:t>24</a:t>
            </a:fld>
            <a:endParaRPr lang="pt-BR">
              <a:latin typeface="Arial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813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10D685-4F73-48AB-9C96-702448E6B75E}" type="slidenum">
              <a:rPr lang="pt-BR" smtClean="0">
                <a:latin typeface="Arial" charset="0"/>
              </a:rPr>
              <a:pPr/>
              <a:t>25</a:t>
            </a:fld>
            <a:endParaRPr lang="pt-BR">
              <a:latin typeface="Arial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483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10D685-4F73-48AB-9C96-702448E6B75E}" type="slidenum">
              <a:rPr lang="pt-BR" smtClean="0">
                <a:latin typeface="Arial" charset="0"/>
              </a:rPr>
              <a:pPr/>
              <a:t>26</a:t>
            </a:fld>
            <a:endParaRPr lang="pt-BR">
              <a:latin typeface="Arial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404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31288A-6703-46AE-B424-806D74739F38}" type="slidenum">
              <a:rPr lang="pt-BR" smtClean="0">
                <a:latin typeface="Arial" charset="0"/>
              </a:rPr>
              <a:pPr/>
              <a:t>30</a:t>
            </a:fld>
            <a:endParaRPr lang="pt-BR">
              <a:latin typeface="Arial" charset="0"/>
            </a:endParaRPr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507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E29518-F41B-4BF2-8F6E-5147F6641369}" type="slidenum">
              <a:rPr lang="pt-BR" smtClean="0">
                <a:latin typeface="Arial" charset="0"/>
              </a:rPr>
              <a:pPr/>
              <a:t>31</a:t>
            </a:fld>
            <a:endParaRPr lang="pt-BR">
              <a:latin typeface="Arial" charset="0"/>
            </a:endParaRPr>
          </a:p>
        </p:txBody>
      </p:sp>
      <p:sp>
        <p:nvSpPr>
          <p:cNvPr id="610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676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E29518-F41B-4BF2-8F6E-5147F6641369}" type="slidenum">
              <a:rPr lang="pt-BR" smtClean="0">
                <a:latin typeface="Arial" charset="0"/>
              </a:rPr>
              <a:pPr/>
              <a:t>32</a:t>
            </a:fld>
            <a:endParaRPr lang="pt-BR">
              <a:latin typeface="Arial" charset="0"/>
            </a:endParaRPr>
          </a:p>
        </p:txBody>
      </p:sp>
      <p:sp>
        <p:nvSpPr>
          <p:cNvPr id="610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755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1F524-707B-493E-BCE7-1D555958E615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106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20C0-AAE9-46E3-B48C-6A040394A145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8D073-6992-419B-9B32-619CC6A26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902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20C0-AAE9-46E3-B48C-6A040394A145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8D073-6992-419B-9B32-619CC6A26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36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20C0-AAE9-46E3-B48C-6A040394A145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8D073-6992-419B-9B32-619CC6A26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9596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20C0-AAE9-46E3-B48C-6A040394A145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8D073-6992-419B-9B32-619CC6A26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47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20C0-AAE9-46E3-B48C-6A040394A145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8D073-6992-419B-9B32-619CC6A26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50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20C0-AAE9-46E3-B48C-6A040394A145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8D073-6992-419B-9B32-619CC6A26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02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20C0-AAE9-46E3-B48C-6A040394A145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8D073-6992-419B-9B32-619CC6A26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1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20C0-AAE9-46E3-B48C-6A040394A145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8D073-6992-419B-9B32-619CC6A26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87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20C0-AAE9-46E3-B48C-6A040394A145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8D073-6992-419B-9B32-619CC6A26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5277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20C0-AAE9-46E3-B48C-6A040394A145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8D073-6992-419B-9B32-619CC6A26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531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20C0-AAE9-46E3-B48C-6A040394A145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8D073-6992-419B-9B32-619CC6A26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589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D20C0-AAE9-46E3-B48C-6A040394A145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8D073-6992-419B-9B32-619CC6A265E0}" type="slidenum">
              <a:rPr lang="pt-BR" smtClean="0"/>
              <a:t>‹nº›</a:t>
            </a:fld>
            <a:endParaRPr lang="pt-BR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3163" y="185738"/>
            <a:ext cx="20002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SIPCMContentMarking" descr="{&quot;HashCode&quot;:-321200650,&quot;Placement&quot;:&quot;Footer&quot;,&quot;Top&quot;:519.343,&quot;Left&quot;:454.655182,&quot;SlideWidth&quot;:960,&quot;SlideHeight&quot;:540}">
            <a:extLst>
              <a:ext uri="{FF2B5EF4-FFF2-40B4-BE49-F238E27FC236}">
                <a16:creationId xmlns:a16="http://schemas.microsoft.com/office/drawing/2014/main" id="{C6032A2D-CD84-4F1A-8CD1-2DAC09CDBCCB}"/>
              </a:ext>
            </a:extLst>
          </p:cNvPr>
          <p:cNvSpPr txBox="1"/>
          <p:nvPr userDrawn="1"/>
        </p:nvSpPr>
        <p:spPr>
          <a:xfrm>
            <a:off x="5774121" y="6595656"/>
            <a:ext cx="643758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97306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tiff"/><Relationship Id="rId7" Type="http://schemas.openxmlformats.org/officeDocument/2006/relationships/image" Target="../media/image21.tiff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tiff"/><Relationship Id="rId11" Type="http://schemas.openxmlformats.org/officeDocument/2006/relationships/image" Target="../media/image25.png"/><Relationship Id="rId5" Type="http://schemas.openxmlformats.org/officeDocument/2006/relationships/image" Target="../media/image19.tiff"/><Relationship Id="rId10" Type="http://schemas.openxmlformats.org/officeDocument/2006/relationships/image" Target="../media/image24.tiff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tiff"/><Relationship Id="rId3" Type="http://schemas.openxmlformats.org/officeDocument/2006/relationships/image" Target="../media/image17.tiff"/><Relationship Id="rId7" Type="http://schemas.openxmlformats.org/officeDocument/2006/relationships/image" Target="../media/image24.tiff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25.png"/><Relationship Id="rId5" Type="http://schemas.openxmlformats.org/officeDocument/2006/relationships/image" Target="../media/image20.tiff"/><Relationship Id="rId10" Type="http://schemas.openxmlformats.org/officeDocument/2006/relationships/image" Target="../media/image18.png"/><Relationship Id="rId4" Type="http://schemas.openxmlformats.org/officeDocument/2006/relationships/image" Target="../media/image22.png"/><Relationship Id="rId9" Type="http://schemas.openxmlformats.org/officeDocument/2006/relationships/image" Target="../media/image19.tif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hyperlink" Target="https://fp-basica-electricidad.blogspot.com/2013/05/modulo-1200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35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notesSlide" Target="../notesSlides/notesSlide13.xml"/><Relationship Id="rId7" Type="http://schemas.openxmlformats.org/officeDocument/2006/relationships/diagramData" Target="../diagrams/data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5.png"/><Relationship Id="rId11" Type="http://schemas.microsoft.com/office/2007/relationships/diagramDrawing" Target="../diagrams/drawing3.xml"/><Relationship Id="rId5" Type="http://schemas.openxmlformats.org/officeDocument/2006/relationships/image" Target="../media/image41.png"/><Relationship Id="rId10" Type="http://schemas.openxmlformats.org/officeDocument/2006/relationships/diagramColors" Target="../diagrams/colors3.xml"/><Relationship Id="rId4" Type="http://schemas.openxmlformats.org/officeDocument/2006/relationships/image" Target="../media/image40.png"/><Relationship Id="rId9" Type="http://schemas.openxmlformats.org/officeDocument/2006/relationships/diagramQuickStyle" Target="../diagrams/quickStyle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5">
            <a:extLst>
              <a:ext uri="{FF2B5EF4-FFF2-40B4-BE49-F238E27FC236}">
                <a16:creationId xmlns:a16="http://schemas.microsoft.com/office/drawing/2014/main" id="{07322A9E-F1EC-405E-8971-BA906EFF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A5704422-1118-4FD1-95AD-29A064EB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A88B2AAA-B805-498E-A9E6-98B88585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9B8051E0-19D7-43E1-BFD9-E6DBFEB3A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9">
            <a:extLst>
              <a:ext uri="{FF2B5EF4-FFF2-40B4-BE49-F238E27FC236}">
                <a16:creationId xmlns:a16="http://schemas.microsoft.com/office/drawing/2014/main" id="{4EDB2B02-86A2-46F5-A4BE-B7D9B10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43954639-FB5D-41F4-9560-6F6DFE778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2">
            <a:extLst>
              <a:ext uri="{FF2B5EF4-FFF2-40B4-BE49-F238E27FC236}">
                <a16:creationId xmlns:a16="http://schemas.microsoft.com/office/drawing/2014/main" id="{E898931C-0323-41FA-A036-20F818B1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89AFE9DD-0792-4B98-B4EB-97ACA17E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3981F5C4-9AE1-404E-AF44-A4E6DB374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763C1781-8726-4FAC-8C45-FF40376B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21">
            <a:extLst>
              <a:ext uri="{FF2B5EF4-FFF2-40B4-BE49-F238E27FC236}">
                <a16:creationId xmlns:a16="http://schemas.microsoft.com/office/drawing/2014/main" id="{301491B5-56C7-43DC-A3D9-861EECCA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842248" y="1481328"/>
            <a:ext cx="2926080" cy="2468880"/>
          </a:xfrm>
        </p:spPr>
        <p:txBody>
          <a:bodyPr>
            <a:normAutofit/>
          </a:bodyPr>
          <a:lstStyle/>
          <a:p>
            <a:pPr algn="l"/>
            <a:r>
              <a:rPr lang="pt-BR" sz="4000"/>
              <a:t>Banco de Dados 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842248" y="4078224"/>
            <a:ext cx="2926080" cy="1307592"/>
          </a:xfrm>
        </p:spPr>
        <p:txBody>
          <a:bodyPr>
            <a:normAutofit/>
          </a:bodyPr>
          <a:lstStyle/>
          <a:p>
            <a:pPr algn="l"/>
            <a:r>
              <a:rPr lang="pt-BR" sz="2000"/>
              <a:t>Prof. Roberto Harkovsky, MsC</a:t>
            </a:r>
          </a:p>
        </p:txBody>
      </p:sp>
      <p:sp>
        <p:nvSpPr>
          <p:cNvPr id="32" name="Freeform 22">
            <a:extLst>
              <a:ext uri="{FF2B5EF4-FFF2-40B4-BE49-F238E27FC236}">
                <a16:creationId xmlns:a16="http://schemas.microsoft.com/office/drawing/2014/main" id="{237E2353-22DF-46E0-A200-FB30F8F3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23">
            <a:extLst>
              <a:ext uri="{FF2B5EF4-FFF2-40B4-BE49-F238E27FC236}">
                <a16:creationId xmlns:a16="http://schemas.microsoft.com/office/drawing/2014/main" id="{DD6138DB-057B-45F7-A5F4-E7BFDA20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9A54AB1-B64F-4843-BFAB-81CB74E6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5" name="Picture 2" descr="Resultado de imagem para instancia banco de dados sq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2" r="-1" b="12926"/>
          <a:stretch/>
        </p:blipFill>
        <p:spPr bwMode="auto">
          <a:xfrm>
            <a:off x="921910" y="465243"/>
            <a:ext cx="7761924" cy="5343065"/>
          </a:xfrm>
          <a:custGeom>
            <a:avLst/>
            <a:gdLst/>
            <a:ahLst/>
            <a:cxnLst/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989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4E7FF9-3049-40DA-9C5B-8E544642E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264113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Ocupações em TI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195EB29-1674-4D05-BA53-1937905A0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248" y="625683"/>
            <a:ext cx="9107091" cy="6056216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DE36F8F-253F-4AEA-804D-3EF756621E7B}"/>
              </a:ext>
            </a:extLst>
          </p:cNvPr>
          <p:cNvSpPr/>
          <p:nvPr/>
        </p:nvSpPr>
        <p:spPr>
          <a:xfrm>
            <a:off x="2935248" y="4546920"/>
            <a:ext cx="2050170" cy="1785350"/>
          </a:xfrm>
          <a:custGeom>
            <a:avLst/>
            <a:gdLst>
              <a:gd name="connsiteX0" fmla="*/ 0 w 2050170"/>
              <a:gd name="connsiteY0" fmla="*/ 297564 h 1785350"/>
              <a:gd name="connsiteX1" fmla="*/ 297564 w 2050170"/>
              <a:gd name="connsiteY1" fmla="*/ 0 h 1785350"/>
              <a:gd name="connsiteX2" fmla="*/ 738927 w 2050170"/>
              <a:gd name="connsiteY2" fmla="*/ 0 h 1785350"/>
              <a:gd name="connsiteX3" fmla="*/ 1180289 w 2050170"/>
              <a:gd name="connsiteY3" fmla="*/ 0 h 1785350"/>
              <a:gd name="connsiteX4" fmla="*/ 1752606 w 2050170"/>
              <a:gd name="connsiteY4" fmla="*/ 0 h 1785350"/>
              <a:gd name="connsiteX5" fmla="*/ 2050170 w 2050170"/>
              <a:gd name="connsiteY5" fmla="*/ 297564 h 1785350"/>
              <a:gd name="connsiteX6" fmla="*/ 2050170 w 2050170"/>
              <a:gd name="connsiteY6" fmla="*/ 868871 h 1785350"/>
              <a:gd name="connsiteX7" fmla="*/ 2050170 w 2050170"/>
              <a:gd name="connsiteY7" fmla="*/ 1487786 h 1785350"/>
              <a:gd name="connsiteX8" fmla="*/ 1752606 w 2050170"/>
              <a:gd name="connsiteY8" fmla="*/ 1785350 h 1785350"/>
              <a:gd name="connsiteX9" fmla="*/ 1253042 w 2050170"/>
              <a:gd name="connsiteY9" fmla="*/ 1785350 h 1785350"/>
              <a:gd name="connsiteX10" fmla="*/ 738927 w 2050170"/>
              <a:gd name="connsiteY10" fmla="*/ 1785350 h 1785350"/>
              <a:gd name="connsiteX11" fmla="*/ 297564 w 2050170"/>
              <a:gd name="connsiteY11" fmla="*/ 1785350 h 1785350"/>
              <a:gd name="connsiteX12" fmla="*/ 0 w 2050170"/>
              <a:gd name="connsiteY12" fmla="*/ 1487786 h 1785350"/>
              <a:gd name="connsiteX13" fmla="*/ 0 w 2050170"/>
              <a:gd name="connsiteY13" fmla="*/ 904577 h 1785350"/>
              <a:gd name="connsiteX14" fmla="*/ 0 w 2050170"/>
              <a:gd name="connsiteY14" fmla="*/ 297564 h 178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50170" h="1785350" extrusionOk="0">
                <a:moveTo>
                  <a:pt x="0" y="297564"/>
                </a:moveTo>
                <a:cubicBezTo>
                  <a:pt x="18082" y="144055"/>
                  <a:pt x="110884" y="-27156"/>
                  <a:pt x="297564" y="0"/>
                </a:cubicBezTo>
                <a:cubicBezTo>
                  <a:pt x="502898" y="-44685"/>
                  <a:pt x="544306" y="5896"/>
                  <a:pt x="738927" y="0"/>
                </a:cubicBezTo>
                <a:cubicBezTo>
                  <a:pt x="933548" y="-5896"/>
                  <a:pt x="1027114" y="29375"/>
                  <a:pt x="1180289" y="0"/>
                </a:cubicBezTo>
                <a:cubicBezTo>
                  <a:pt x="1333464" y="-29375"/>
                  <a:pt x="1471561" y="44705"/>
                  <a:pt x="1752606" y="0"/>
                </a:cubicBezTo>
                <a:cubicBezTo>
                  <a:pt x="1902619" y="-1288"/>
                  <a:pt x="2056834" y="107595"/>
                  <a:pt x="2050170" y="297564"/>
                </a:cubicBezTo>
                <a:cubicBezTo>
                  <a:pt x="2080225" y="477196"/>
                  <a:pt x="2025023" y="587863"/>
                  <a:pt x="2050170" y="868871"/>
                </a:cubicBezTo>
                <a:cubicBezTo>
                  <a:pt x="2075317" y="1149879"/>
                  <a:pt x="2033456" y="1325346"/>
                  <a:pt x="2050170" y="1487786"/>
                </a:cubicBezTo>
                <a:cubicBezTo>
                  <a:pt x="2038969" y="1669605"/>
                  <a:pt x="1954417" y="1795172"/>
                  <a:pt x="1752606" y="1785350"/>
                </a:cubicBezTo>
                <a:cubicBezTo>
                  <a:pt x="1585267" y="1842274"/>
                  <a:pt x="1431734" y="1735290"/>
                  <a:pt x="1253042" y="1785350"/>
                </a:cubicBezTo>
                <a:cubicBezTo>
                  <a:pt x="1074350" y="1835410"/>
                  <a:pt x="973475" y="1729158"/>
                  <a:pt x="738927" y="1785350"/>
                </a:cubicBezTo>
                <a:cubicBezTo>
                  <a:pt x="504380" y="1841542"/>
                  <a:pt x="517272" y="1746546"/>
                  <a:pt x="297564" y="1785350"/>
                </a:cubicBezTo>
                <a:cubicBezTo>
                  <a:pt x="167341" y="1783503"/>
                  <a:pt x="-4895" y="1654335"/>
                  <a:pt x="0" y="1487786"/>
                </a:cubicBezTo>
                <a:cubicBezTo>
                  <a:pt x="-52955" y="1283819"/>
                  <a:pt x="10766" y="1138248"/>
                  <a:pt x="0" y="904577"/>
                </a:cubicBezTo>
                <a:cubicBezTo>
                  <a:pt x="-10766" y="670906"/>
                  <a:pt x="40870" y="506044"/>
                  <a:pt x="0" y="297564"/>
                </a:cubicBezTo>
                <a:close/>
              </a:path>
            </a:pathLst>
          </a:cu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4235139738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74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95F8E3-5243-4F02-AC53-F05721B35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2576E2-C3E1-49EE-8DFD-364BD0B29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  <a:noFill/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1FBE20D-AF57-4D3C-B85F-C89DCB750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7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C4E124F-7A3A-438B-BCCE-93766B25C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FEF142B-6E1D-41CA-8CEE-3CA9DB21A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8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1779EA9-7A48-43C0-9439-1B0DC9225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ED425A8D-8A15-48BE-9952-7B88591C8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9ADA37EA-FA1C-4BEE-A3DA-7F5164A37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4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EE7556E-CF22-4376-8398-BEC3CEA59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5C4AED46-2EB4-4685-9446-2696EF93A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0F6FE132-5523-428C-9704-05CF23FE0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91A0DDC4-20AF-42C9-8D05-3C2E900DF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353028FD-48FD-4FE3-AB6C-AA31B6EE9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6847DBB9-5C5C-4EDB-A313-55EBE7548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5B4FED3F-D45D-4552-A50B-49921644A5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0615C099-8C25-42A3-8B7D-13FACA298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14EA6D86-78DD-410C-98A6-0F39C778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91D0FAE2-C07D-4CBD-8FFF-B56A7328E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489A1A78-EC3F-4F24-8748-4EC5703D1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6A751690-20E9-4445-8508-944E1594E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62E57C0B-6447-4635-82B8-DBA30F58B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F79D782-A9ED-4AEE-B67D-DDD6F1CB5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6C9F140-6D17-42C4-96E2-F124090D4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EE0A3AEC-72D0-4759-A596-564927A0C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A027B02-EC1B-499B-B4F5-7221EC8D8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755648" y="2075688"/>
            <a:ext cx="8677656" cy="1746504"/>
          </a:xfrm>
        </p:spPr>
        <p:txBody>
          <a:bodyPr>
            <a:normAutofit/>
          </a:bodyPr>
          <a:lstStyle/>
          <a:p>
            <a:r>
              <a:rPr lang="pt-BR" sz="5400">
                <a:solidFill>
                  <a:srgbClr val="FFFFFF"/>
                </a:solidFill>
              </a:rPr>
              <a:t>Começando...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755648" y="3881568"/>
            <a:ext cx="8677656" cy="1231533"/>
          </a:xfrm>
        </p:spPr>
        <p:txBody>
          <a:bodyPr>
            <a:normAutofit/>
          </a:bodyPr>
          <a:lstStyle/>
          <a:p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803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53"/>
            <a:ext cx="9073662" cy="680524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44"/>
          <a:stretch/>
        </p:blipFill>
        <p:spPr>
          <a:xfrm>
            <a:off x="8304875" y="579093"/>
            <a:ext cx="3857625" cy="627890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76"/>
          <a:stretch/>
        </p:blipFill>
        <p:spPr>
          <a:xfrm rot="20014479">
            <a:off x="3575341" y="537905"/>
            <a:ext cx="3530448" cy="575064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226" y="633046"/>
            <a:ext cx="3810000" cy="26289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4" b="10222"/>
          <a:stretch/>
        </p:blipFill>
        <p:spPr>
          <a:xfrm rot="1503111">
            <a:off x="7262419" y="399582"/>
            <a:ext cx="3857625" cy="592015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8"/>
          <a:srcRect b="15973"/>
          <a:stretch/>
        </p:blipFill>
        <p:spPr>
          <a:xfrm>
            <a:off x="1260735" y="137053"/>
            <a:ext cx="9521371" cy="4500261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9"/>
          <a:srcRect l="29428" r="6285"/>
          <a:stretch/>
        </p:blipFill>
        <p:spPr>
          <a:xfrm>
            <a:off x="1492357" y="1496848"/>
            <a:ext cx="4898573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40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95F8E3-5243-4F02-AC53-F05721B35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2576E2-C3E1-49EE-8DFD-364BD0B29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  <a:noFill/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1FBE20D-AF57-4D3C-B85F-C89DCB750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7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C4E124F-7A3A-438B-BCCE-93766B25C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FEF142B-6E1D-41CA-8CEE-3CA9DB21A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8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1779EA9-7A48-43C0-9439-1B0DC9225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ED425A8D-8A15-48BE-9952-7B88591C8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9ADA37EA-FA1C-4BEE-A3DA-7F5164A37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4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EE7556E-CF22-4376-8398-BEC3CEA59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5C4AED46-2EB4-4685-9446-2696EF93A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0F6FE132-5523-428C-9704-05CF23FE0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91A0DDC4-20AF-42C9-8D05-3C2E900DF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353028FD-48FD-4FE3-AB6C-AA31B6EE9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6847DBB9-5C5C-4EDB-A313-55EBE7548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5B4FED3F-D45D-4552-A50B-49921644A5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0615C099-8C25-42A3-8B7D-13FACA298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14EA6D86-78DD-410C-98A6-0F39C778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91D0FAE2-C07D-4CBD-8FFF-B56A7328E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489A1A78-EC3F-4F24-8748-4EC5703D1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6A751690-20E9-4445-8508-944E1594E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62E57C0B-6447-4635-82B8-DBA30F58B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F79D782-A9ED-4AEE-B67D-DDD6F1CB5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6C9F140-6D17-42C4-96E2-F124090D4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EE0A3AEC-72D0-4759-A596-564927A0C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A027B02-EC1B-499B-B4F5-7221EC8D8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755648" y="2075688"/>
            <a:ext cx="8677656" cy="1746504"/>
          </a:xfrm>
        </p:spPr>
        <p:txBody>
          <a:bodyPr>
            <a:normAutofit/>
          </a:bodyPr>
          <a:lstStyle/>
          <a:p>
            <a:r>
              <a:rPr lang="pt-BR" sz="3200" dirty="0"/>
              <a:t>VIVEMOS UMA </a:t>
            </a:r>
            <a:r>
              <a:rPr lang="pt-BR" sz="3200" b="1" dirty="0">
                <a:solidFill>
                  <a:srgbClr val="002060"/>
                </a:solidFill>
              </a:rPr>
              <a:t>FASE DE TRANSIÇÃO </a:t>
            </a:r>
            <a:r>
              <a:rPr lang="pt-BR" sz="3200" dirty="0"/>
              <a:t>DO VALOR DA INFORMAÇÃO PARA AS EMPRESAS </a:t>
            </a:r>
          </a:p>
        </p:txBody>
      </p:sp>
    </p:spTree>
    <p:extLst>
      <p:ext uri="{BB962C8B-B14F-4D97-AF65-F5344CB8AC3E}">
        <p14:creationId xmlns:p14="http://schemas.microsoft.com/office/powerpoint/2010/main" val="4037200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3724444" y="4950720"/>
            <a:ext cx="5481196" cy="163229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Antigamente a informação era o Conhecimento que </a:t>
            </a:r>
            <a:br>
              <a:rPr lang="pt-BR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pt-BR" sz="4000" b="1" kern="1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Habilitava o Negócio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/>
          <a:srcRect t="8110" r="-1" b="14034"/>
          <a:stretch/>
        </p:blipFill>
        <p:spPr>
          <a:xfrm>
            <a:off x="1246572" y="10"/>
            <a:ext cx="3913632" cy="2285224"/>
          </a:xfrm>
          <a:custGeom>
            <a:avLst/>
            <a:gdLst/>
            <a:ahLst/>
            <a:cxnLst/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22580" r="-4" b="-4"/>
          <a:stretch/>
        </p:blipFill>
        <p:spPr>
          <a:xfrm>
            <a:off x="-1" y="2288330"/>
            <a:ext cx="3564638" cy="4569668"/>
          </a:xfrm>
          <a:custGeom>
            <a:avLst/>
            <a:gdLst/>
            <a:ahLst/>
            <a:cxnLst/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9207" y="303879"/>
            <a:ext cx="3182112" cy="3182112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20267F5-D4E6-477A-A590-81F2ABD1B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5109" y="2382976"/>
            <a:ext cx="1920240" cy="1920240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5"/>
          <a:srcRect l="20751" r="14244" b="-7"/>
          <a:stretch/>
        </p:blipFill>
        <p:spPr>
          <a:xfrm>
            <a:off x="3749701" y="2547568"/>
            <a:ext cx="1591056" cy="1591056"/>
          </a:xfrm>
          <a:custGeom>
            <a:avLst/>
            <a:gdLst/>
            <a:ahLst/>
            <a:cxnLst/>
            <a:rect l="l" t="t" r="r" b="b"/>
            <a:pathLst>
              <a:path w="1591056" h="1591056">
                <a:moveTo>
                  <a:pt x="795528" y="0"/>
                </a:moveTo>
                <a:cubicBezTo>
                  <a:pt x="1234886" y="0"/>
                  <a:pt x="1591056" y="356170"/>
                  <a:pt x="1591056" y="795528"/>
                </a:cubicBezTo>
                <a:cubicBezTo>
                  <a:pt x="1591056" y="1234886"/>
                  <a:pt x="1234886" y="1591056"/>
                  <a:pt x="795528" y="1591056"/>
                </a:cubicBezTo>
                <a:cubicBezTo>
                  <a:pt x="356170" y="1591056"/>
                  <a:pt x="0" y="1234886"/>
                  <a:pt x="0" y="795528"/>
                </a:cubicBezTo>
                <a:cubicBezTo>
                  <a:pt x="0" y="356170"/>
                  <a:pt x="356170" y="0"/>
                  <a:pt x="795528" y="0"/>
                </a:cubicBezTo>
                <a:close/>
              </a:path>
            </a:pathLst>
          </a:custGeom>
        </p:spPr>
      </p:pic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6"/>
          <a:srcRect l="19823" r="22927" b="-2"/>
          <a:stretch/>
        </p:blipFill>
        <p:spPr>
          <a:xfrm>
            <a:off x="5593799" y="468471"/>
            <a:ext cx="2852928" cy="2852928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7"/>
          <a:srcRect l="12022" r="30665"/>
          <a:stretch/>
        </p:blipFill>
        <p:spPr>
          <a:xfrm>
            <a:off x="8918761" y="-4330"/>
            <a:ext cx="3273238" cy="3383891"/>
          </a:xfrm>
          <a:custGeom>
            <a:avLst/>
            <a:gdLst/>
            <a:ahLst/>
            <a:cxnLst/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8"/>
          <a:srcRect l="9656" r="3" b="3"/>
          <a:stretch/>
        </p:blipFill>
        <p:spPr>
          <a:xfrm>
            <a:off x="9363238" y="4071322"/>
            <a:ext cx="2828765" cy="2786678"/>
          </a:xfrm>
          <a:custGeom>
            <a:avLst/>
            <a:gdLst/>
            <a:ahLst/>
            <a:cxnLst/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7531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95F8E3-5243-4F02-AC53-F05721B35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2576E2-C3E1-49EE-8DFD-364BD0B29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  <a:noFill/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1FBE20D-AF57-4D3C-B85F-C89DCB750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7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C4E124F-7A3A-438B-BCCE-93766B25C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FEF142B-6E1D-41CA-8CEE-3CA9DB21A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8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1779EA9-7A48-43C0-9439-1B0DC9225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ED425A8D-8A15-48BE-9952-7B88591C8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9ADA37EA-FA1C-4BEE-A3DA-7F5164A37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4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EE7556E-CF22-4376-8398-BEC3CEA59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5C4AED46-2EB4-4685-9446-2696EF93A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0F6FE132-5523-428C-9704-05CF23FE0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91A0DDC4-20AF-42C9-8D05-3C2E900DF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353028FD-48FD-4FE3-AB6C-AA31B6EE9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6847DBB9-5C5C-4EDB-A313-55EBE7548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5B4FED3F-D45D-4552-A50B-49921644A5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0615C099-8C25-42A3-8B7D-13FACA298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14EA6D86-78DD-410C-98A6-0F39C778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91D0FAE2-C07D-4CBD-8FFF-B56A7328E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489A1A78-EC3F-4F24-8748-4EC5703D1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6A751690-20E9-4445-8508-944E1594E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62E57C0B-6447-4635-82B8-DBA30F58B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F79D782-A9ED-4AEE-B67D-DDD6F1CB5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6C9F140-6D17-42C4-96E2-F124090D4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EE0A3AEC-72D0-4759-A596-564927A0C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A027B02-EC1B-499B-B4F5-7221EC8D8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755648" y="2075688"/>
            <a:ext cx="8677656" cy="1746504"/>
          </a:xfrm>
        </p:spPr>
        <p:txBody>
          <a:bodyPr>
            <a:normAutofit/>
          </a:bodyPr>
          <a:lstStyle/>
          <a:p>
            <a:r>
              <a:rPr lang="pt-BR" sz="3600" dirty="0"/>
              <a:t>MAS HOJE TUDO MUDOU!!!</a:t>
            </a:r>
          </a:p>
        </p:txBody>
      </p:sp>
    </p:spTree>
    <p:extLst>
      <p:ext uri="{BB962C8B-B14F-4D97-AF65-F5344CB8AC3E}">
        <p14:creationId xmlns:p14="http://schemas.microsoft.com/office/powerpoint/2010/main" val="1304840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38" y="555625"/>
            <a:ext cx="1536700" cy="15367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650" y="555625"/>
            <a:ext cx="2695575" cy="153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t="33671" b="32733"/>
          <a:stretch/>
        </p:blipFill>
        <p:spPr>
          <a:xfrm>
            <a:off x="5927725" y="555625"/>
            <a:ext cx="4695825" cy="153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0038" y="2154238"/>
            <a:ext cx="1490663" cy="14906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2613" y="2154238"/>
            <a:ext cx="4487863" cy="1490663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2388" y="2154238"/>
            <a:ext cx="1490663" cy="1490663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9"/>
          <a:srcRect l="23517" r="23885"/>
          <a:stretch/>
        </p:blipFill>
        <p:spPr>
          <a:xfrm>
            <a:off x="9226550" y="2154238"/>
            <a:ext cx="1397000" cy="14906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0038" y="3706813"/>
            <a:ext cx="3946525" cy="1477963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11"/>
          <a:srcRect t="26828" b="30015"/>
          <a:stretch/>
        </p:blipFill>
        <p:spPr>
          <a:xfrm>
            <a:off x="5578475" y="3706813"/>
            <a:ext cx="3503613" cy="1477963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0" y="3706813"/>
            <a:ext cx="1477963" cy="14779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>
            <a:normAutofit/>
          </a:bodyPr>
          <a:lstStyle/>
          <a:p>
            <a:pPr algn="ctr"/>
            <a:r>
              <a:rPr lang="pt-BR" sz="5200" b="1" dirty="0"/>
              <a:t>Agora a  </a:t>
            </a:r>
            <a:r>
              <a:rPr lang="pt-BR" sz="5200" b="1" dirty="0">
                <a:solidFill>
                  <a:srgbClr val="002060"/>
                </a:solidFill>
              </a:rPr>
              <a:t>Informação</a:t>
            </a:r>
            <a:r>
              <a:rPr lang="pt-BR" sz="5200" b="1" dirty="0"/>
              <a:t> é o </a:t>
            </a:r>
            <a:r>
              <a:rPr lang="pt-BR" sz="5200" b="1" dirty="0">
                <a:solidFill>
                  <a:srgbClr val="C00000"/>
                </a:solidFill>
              </a:rPr>
              <a:t>Negócio</a:t>
            </a:r>
            <a:r>
              <a:rPr lang="pt-BR" sz="5200" b="1" dirty="0"/>
              <a:t>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0A01959-B587-3B45-A9B3-C17F42F0930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5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95F8E3-5243-4F02-AC53-F05721B35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2576E2-C3E1-49EE-8DFD-364BD0B29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  <a:noFill/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1FBE20D-AF57-4D3C-B85F-C89DCB750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7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C4E124F-7A3A-438B-BCCE-93766B25C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FEF142B-6E1D-41CA-8CEE-3CA9DB21A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8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1779EA9-7A48-43C0-9439-1B0DC9225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ED425A8D-8A15-48BE-9952-7B88591C8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9ADA37EA-FA1C-4BEE-A3DA-7F5164A37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4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EE7556E-CF22-4376-8398-BEC3CEA59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5C4AED46-2EB4-4685-9446-2696EF93A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0F6FE132-5523-428C-9704-05CF23FE0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91A0DDC4-20AF-42C9-8D05-3C2E900DF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353028FD-48FD-4FE3-AB6C-AA31B6EE9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6847DBB9-5C5C-4EDB-A313-55EBE7548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5B4FED3F-D45D-4552-A50B-49921644A5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0615C099-8C25-42A3-8B7D-13FACA298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14EA6D86-78DD-410C-98A6-0F39C778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91D0FAE2-C07D-4CBD-8FFF-B56A7328E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489A1A78-EC3F-4F24-8748-4EC5703D1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6A751690-20E9-4445-8508-944E1594E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62E57C0B-6447-4635-82B8-DBA30F58B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F79D782-A9ED-4AEE-B67D-DDD6F1CB5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6C9F140-6D17-42C4-96E2-F124090D4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EE0A3AEC-72D0-4759-A596-564927A0C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A027B02-EC1B-499B-B4F5-7221EC8D8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755648" y="2075688"/>
            <a:ext cx="8677656" cy="1746504"/>
          </a:xfrm>
        </p:spPr>
        <p:txBody>
          <a:bodyPr>
            <a:normAutofit/>
          </a:bodyPr>
          <a:lstStyle/>
          <a:p>
            <a:r>
              <a:rPr lang="pt-BR" sz="3600" dirty="0"/>
              <a:t>E para habitar o negócio, as empresas buscam informações nossas (seus clientes) em todos os lugares!!!</a:t>
            </a:r>
          </a:p>
        </p:txBody>
      </p:sp>
    </p:spTree>
    <p:extLst>
      <p:ext uri="{BB962C8B-B14F-4D97-AF65-F5344CB8AC3E}">
        <p14:creationId xmlns:p14="http://schemas.microsoft.com/office/powerpoint/2010/main" val="1214846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662795" y="-3745097"/>
            <a:ext cx="1354979" cy="10750169"/>
          </a:xfrm>
          <a:prstGeom prst="downArrow">
            <a:avLst>
              <a:gd name="adj1" fmla="val 100000"/>
              <a:gd name="adj2" fmla="val 22582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0" y="2962275"/>
            <a:ext cx="4895850" cy="28194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275" y="2962275"/>
            <a:ext cx="5072063" cy="2819400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286932" y="1204109"/>
            <a:ext cx="10023398" cy="8578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Dados e dados e dados ...</a:t>
            </a:r>
          </a:p>
        </p:txBody>
      </p:sp>
    </p:spTree>
    <p:extLst>
      <p:ext uri="{BB962C8B-B14F-4D97-AF65-F5344CB8AC3E}">
        <p14:creationId xmlns:p14="http://schemas.microsoft.com/office/powerpoint/2010/main" val="246555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95F8E3-5243-4F02-AC53-F05721B35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2576E2-C3E1-49EE-8DFD-364BD0B29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  <a:noFill/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1FBE20D-AF57-4D3C-B85F-C89DCB750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7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C4E124F-7A3A-438B-BCCE-93766B25C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FEF142B-6E1D-41CA-8CEE-3CA9DB21A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8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1779EA9-7A48-43C0-9439-1B0DC9225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ED425A8D-8A15-48BE-9952-7B88591C8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9ADA37EA-FA1C-4BEE-A3DA-7F5164A37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4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EE7556E-CF22-4376-8398-BEC3CEA59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5C4AED46-2EB4-4685-9446-2696EF93A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0F6FE132-5523-428C-9704-05CF23FE0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91A0DDC4-20AF-42C9-8D05-3C2E900DF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353028FD-48FD-4FE3-AB6C-AA31B6EE9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6847DBB9-5C5C-4EDB-A313-55EBE7548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5B4FED3F-D45D-4552-A50B-49921644A5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0615C099-8C25-42A3-8B7D-13FACA298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14EA6D86-78DD-410C-98A6-0F39C778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91D0FAE2-C07D-4CBD-8FFF-B56A7328E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489A1A78-EC3F-4F24-8748-4EC5703D1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6A751690-20E9-4445-8508-944E1594E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62E57C0B-6447-4635-82B8-DBA30F58B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F79D782-A9ED-4AEE-B67D-DDD6F1CB5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6C9F140-6D17-42C4-96E2-F124090D4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EE0A3AEC-72D0-4759-A596-564927A0C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A027B02-EC1B-499B-B4F5-7221EC8D8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755648" y="2075688"/>
            <a:ext cx="8677656" cy="1746504"/>
          </a:xfrm>
        </p:spPr>
        <p:txBody>
          <a:bodyPr>
            <a:normAutofit/>
          </a:bodyPr>
          <a:lstStyle/>
          <a:p>
            <a:r>
              <a:rPr lang="pt-BR" sz="3600" dirty="0"/>
              <a:t>Mas esta quantidade de dados já está presente faz algum tempo... Por que não foi utilizada antes???</a:t>
            </a:r>
          </a:p>
        </p:txBody>
      </p:sp>
    </p:spTree>
    <p:extLst>
      <p:ext uri="{BB962C8B-B14F-4D97-AF65-F5344CB8AC3E}">
        <p14:creationId xmlns:p14="http://schemas.microsoft.com/office/powerpoint/2010/main" val="4217323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06" y="1523999"/>
            <a:ext cx="5381510" cy="3130064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Grandes Questões...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1711842" y="4811159"/>
            <a:ext cx="9322678" cy="177251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sz="3200" dirty="0"/>
              <a:t>Como organizar esta quantidade massiva de dados?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sz="3200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sz="3200" dirty="0"/>
              <a:t>Como transformá-los (rapidamente) em conhecimento?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131" y="1160585"/>
            <a:ext cx="4777922" cy="26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6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00A9-CB03-4EF2-9D99-353BA7EB6B77}" type="slidenum">
              <a:rPr lang="pt-BR" smtClean="0"/>
              <a:pPr/>
              <a:t>13</a:t>
            </a:fld>
            <a:endParaRPr lang="pt-BR" dirty="0"/>
          </a:p>
        </p:txBody>
      </p:sp>
      <p:sp>
        <p:nvSpPr>
          <p:cNvPr id="7" name="Espaço Reservado para Conteúdo 6"/>
          <p:cNvSpPr>
            <a:spLocks noGrp="1"/>
          </p:cNvSpPr>
          <p:nvPr>
            <p:ph idx="4294967295"/>
          </p:nvPr>
        </p:nvSpPr>
        <p:spPr>
          <a:xfrm>
            <a:off x="1821814" y="1756488"/>
            <a:ext cx="7943794" cy="40513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4400" i="1" dirty="0">
                <a:solidFill>
                  <a:srgbClr val="002060"/>
                </a:solidFill>
              </a:rPr>
              <a:t>Você pode ter dados sem informações, mas você não pode ter informações sem dados.</a:t>
            </a:r>
          </a:p>
          <a:p>
            <a:pPr marL="0" indent="0" algn="just">
              <a:buNone/>
            </a:pPr>
            <a:endParaRPr lang="pt-PT" sz="4400" dirty="0">
              <a:solidFill>
                <a:srgbClr val="002060"/>
              </a:solidFill>
            </a:endParaRPr>
          </a:p>
          <a:p>
            <a:pPr marL="0" indent="0" algn="r">
              <a:buNone/>
            </a:pPr>
            <a:r>
              <a:rPr lang="en-US" dirty="0">
                <a:solidFill>
                  <a:srgbClr val="002060"/>
                </a:solidFill>
              </a:rPr>
              <a:t>Daniel Keys Moran</a:t>
            </a:r>
            <a:br>
              <a:rPr lang="en-US" sz="4400" dirty="0">
                <a:solidFill>
                  <a:srgbClr val="002060"/>
                </a:solidFill>
              </a:rPr>
            </a:br>
            <a:endParaRPr lang="pt-BR" sz="4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00A9-CB03-4EF2-9D99-353BA7EB6B77}" type="slidenum">
              <a:rPr lang="pt-BR" smtClean="0"/>
              <a:pPr/>
              <a:t>14</a:t>
            </a:fld>
            <a:endParaRPr lang="pt-BR"/>
          </a:p>
        </p:txBody>
      </p:sp>
      <p:sp>
        <p:nvSpPr>
          <p:cNvPr id="5" name="Espaço Reservado para Conteúdo 4"/>
          <p:cNvSpPr>
            <a:spLocks noGrp="1"/>
          </p:cNvSpPr>
          <p:nvPr>
            <p:ph idx="4294967295"/>
          </p:nvPr>
        </p:nvSpPr>
        <p:spPr>
          <a:xfrm>
            <a:off x="1195754" y="1628800"/>
            <a:ext cx="8860686" cy="4051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4400" dirty="0"/>
              <a:t>O mundo está cada vez mais impulsionado por dados ...</a:t>
            </a:r>
          </a:p>
          <a:p>
            <a:endParaRPr lang="pt-PT" sz="4400" dirty="0"/>
          </a:p>
          <a:p>
            <a:pPr marL="0" indent="0">
              <a:buNone/>
            </a:pPr>
            <a:r>
              <a:rPr lang="pt-PT" sz="4400" dirty="0">
                <a:solidFill>
                  <a:srgbClr val="C00000"/>
                </a:solidFill>
              </a:rPr>
              <a:t>Este curso ensina os conceitos básicos de como </a:t>
            </a:r>
            <a:r>
              <a:rPr lang="pt-PT" sz="44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usar e gerenciar dados e transformá-los em informação.</a:t>
            </a:r>
            <a:endParaRPr lang="pt-BR" sz="4400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171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7068D70-F66A-477D-AA91-7268DF21F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Dados/Informações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2FCE1D-86EB-4250-9528-2B3EE2BC5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53660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Informações Corporativas</a:t>
            </a:r>
          </a:p>
          <a:p>
            <a:pPr lvl="1"/>
            <a:r>
              <a:rPr lang="pt-BR" dirty="0"/>
              <a:t>Vendas: clientes, produtos, compras</a:t>
            </a:r>
          </a:p>
          <a:p>
            <a:pPr lvl="1"/>
            <a:r>
              <a:rPr lang="pt-BR" dirty="0"/>
              <a:t>Contabilidade: pagamentos, recebimentos, ativos</a:t>
            </a:r>
          </a:p>
          <a:p>
            <a:pPr lvl="1"/>
            <a:r>
              <a:rPr lang="pt-BR" dirty="0"/>
              <a:t>Recursos Humanos: Informações sobre funcionários, salários, encargos sociais.</a:t>
            </a:r>
          </a:p>
          <a:p>
            <a:r>
              <a:rPr lang="pt-BR" b="1" dirty="0"/>
              <a:t>Manufatura</a:t>
            </a:r>
            <a:r>
              <a:rPr lang="pt-BR" dirty="0"/>
              <a:t>: </a:t>
            </a:r>
          </a:p>
          <a:p>
            <a:pPr lvl="1"/>
            <a:r>
              <a:rPr lang="pt-BR" dirty="0"/>
              <a:t>gestão da produção, estoque, pedidos, cadeia de suprimentos.</a:t>
            </a:r>
          </a:p>
          <a:p>
            <a:r>
              <a:rPr lang="pt-BR" b="1" dirty="0"/>
              <a:t>Bancário e finanças</a:t>
            </a:r>
          </a:p>
          <a:p>
            <a:pPr lvl="1"/>
            <a:r>
              <a:rPr lang="pt-BR" dirty="0"/>
              <a:t>informações de clientes, contas, empréstimos e transações bancárias.</a:t>
            </a:r>
          </a:p>
          <a:p>
            <a:pPr lvl="1"/>
            <a:r>
              <a:rPr lang="pt-BR" dirty="0"/>
              <a:t>Transações com cartão de crédito</a:t>
            </a:r>
          </a:p>
          <a:p>
            <a:pPr lvl="1"/>
            <a:r>
              <a:rPr lang="pt-BR" dirty="0"/>
              <a:t>Finanças: vendas e compras de instrumentos financeiros (por exemplo, ações e títulos; armazenamento de dados de mercado em tempo real</a:t>
            </a:r>
          </a:p>
          <a:p>
            <a:r>
              <a:rPr lang="pt-BR" b="1" dirty="0"/>
              <a:t>Universidades: </a:t>
            </a:r>
          </a:p>
          <a:p>
            <a:pPr lvl="1"/>
            <a:r>
              <a:rPr lang="pt-BR" dirty="0"/>
              <a:t>inscrições, notas, histórico</a:t>
            </a:r>
          </a:p>
        </p:txBody>
      </p:sp>
    </p:spTree>
    <p:extLst>
      <p:ext uri="{BB962C8B-B14F-4D97-AF65-F5344CB8AC3E}">
        <p14:creationId xmlns:p14="http://schemas.microsoft.com/office/powerpoint/2010/main" val="149659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Introdução a Banco de Dados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Uma Jornada pela Tecnologia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584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3043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25" y="374555"/>
            <a:ext cx="2157413" cy="2157413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25" y="2604992"/>
            <a:ext cx="2157413" cy="2162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1163" y="374555"/>
            <a:ext cx="2157413" cy="2157413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1163" y="2604992"/>
            <a:ext cx="2157413" cy="2162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3188" y="374555"/>
            <a:ext cx="4135438" cy="15414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3188" y="1989042"/>
            <a:ext cx="4135438" cy="1362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9"/>
          <a:srcRect t="33671" b="32733"/>
          <a:stretch/>
        </p:blipFill>
        <p:spPr>
          <a:xfrm>
            <a:off x="5183188" y="3424142"/>
            <a:ext cx="4135438" cy="1341438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1650" y="374555"/>
            <a:ext cx="2078038" cy="1173163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11"/>
          <a:srcRect t="26828" b="30015"/>
          <a:stretch/>
        </p:blipFill>
        <p:spPr>
          <a:xfrm>
            <a:off x="9391650" y="1620742"/>
            <a:ext cx="2078038" cy="852488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2"/>
          <a:srcRect l="23517" r="23885"/>
          <a:stretch/>
        </p:blipFill>
        <p:spPr>
          <a:xfrm>
            <a:off x="9391650" y="2546255"/>
            <a:ext cx="2078038" cy="2219325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556532" y="5333164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pt-BR" sz="3200" b="1">
                <a:solidFill>
                  <a:schemeClr val="bg1"/>
                </a:solidFill>
              </a:rPr>
              <a:t>Empresas de Dados...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0A01959-B587-3B45-A9B3-C17F42F09305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0ED0BC4-B56B-45E2-A6B2-CFF389C9B516}"/>
              </a:ext>
            </a:extLst>
          </p:cNvPr>
          <p:cNvSpPr/>
          <p:nvPr/>
        </p:nvSpPr>
        <p:spPr>
          <a:xfrm rot="20604186">
            <a:off x="1556602" y="3608035"/>
            <a:ext cx="866403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36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Quais os componentes da gestão dos dados? </a:t>
            </a:r>
          </a:p>
        </p:txBody>
      </p:sp>
    </p:spTree>
    <p:extLst>
      <p:ext uri="{BB962C8B-B14F-4D97-AF65-F5344CB8AC3E}">
        <p14:creationId xmlns:p14="http://schemas.microsoft.com/office/powerpoint/2010/main" val="338925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2F545-7465-45E1-908C-7F20924E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Mas o que são Dados?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A9BDE8-E3B8-42FF-A2CA-27963BF5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466" y="1870435"/>
            <a:ext cx="8229476" cy="415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2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2F545-7465-45E1-908C-7F20924ED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dirty="0"/>
              <a:t>Quais os formatos dos Dados?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FB027B-A065-4C08-8425-BF8C5BD1D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020" y="1825625"/>
            <a:ext cx="8367959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8815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2F545-7465-45E1-908C-7F20924ED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dirty="0"/>
              <a:t>O que é um </a:t>
            </a:r>
            <a:r>
              <a:rPr lang="pt-BR" dirty="0" err="1"/>
              <a:t>Database</a:t>
            </a:r>
            <a:r>
              <a:rPr lang="pt-BR" dirty="0"/>
              <a:t>?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CD550D4-FF06-42A1-81BF-BB19513F2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35" y="1825625"/>
            <a:ext cx="983353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17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F9EC9D9-C460-4585-9003-28C81CFD5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Propósito do uso de Banco de Dados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50D9D5-D1A9-4D9E-B5B1-3FDBD09D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80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dirty="0">
                <a:solidFill>
                  <a:srgbClr val="C00000"/>
                </a:solidFill>
              </a:rPr>
              <a:t>No início, os aplicativos de banco de dados eram criados diretamente sobre sistemas de arquivos, o que levou a:</a:t>
            </a:r>
          </a:p>
          <a:p>
            <a:pPr marL="0" indent="0">
              <a:buNone/>
            </a:pPr>
            <a:endParaRPr lang="pt-BR" b="1" dirty="0">
              <a:solidFill>
                <a:srgbClr val="C00000"/>
              </a:solidFill>
            </a:endParaRPr>
          </a:p>
          <a:p>
            <a:r>
              <a:rPr lang="pt-BR" b="1" dirty="0"/>
              <a:t>Redundância e inconsistência de dados</a:t>
            </a:r>
            <a:r>
              <a:rPr lang="pt-BR" dirty="0"/>
              <a:t>: os dados são armazenados em </a:t>
            </a:r>
            <a:r>
              <a:rPr lang="pt-BR" u="sng" dirty="0"/>
              <a:t>vários formatos de arquivo</a:t>
            </a:r>
            <a:r>
              <a:rPr lang="pt-BR" dirty="0"/>
              <a:t>, resultando na duplicação de informações em diferentes arquivos</a:t>
            </a:r>
          </a:p>
          <a:p>
            <a:r>
              <a:rPr lang="pt-BR" b="1" dirty="0"/>
              <a:t>Dificuldade de acesso aos dados</a:t>
            </a:r>
          </a:p>
          <a:p>
            <a:pPr lvl="1"/>
            <a:r>
              <a:rPr lang="pt-BR" dirty="0"/>
              <a:t>Necessidade de </a:t>
            </a:r>
            <a:r>
              <a:rPr lang="pt-BR" u="sng" dirty="0"/>
              <a:t>escrever um novo programa </a:t>
            </a:r>
            <a:r>
              <a:rPr lang="pt-BR" dirty="0"/>
              <a:t>para realizar cada nova tarefa</a:t>
            </a:r>
          </a:p>
          <a:p>
            <a:r>
              <a:rPr lang="pt-BR" b="1" dirty="0"/>
              <a:t>Isolamento de dados</a:t>
            </a:r>
          </a:p>
          <a:p>
            <a:pPr lvl="1"/>
            <a:r>
              <a:rPr lang="pt-BR" dirty="0"/>
              <a:t>Vários arquivos e formatos</a:t>
            </a:r>
          </a:p>
          <a:p>
            <a:r>
              <a:rPr lang="pt-BR" b="1" dirty="0"/>
              <a:t>Problemas de integridade</a:t>
            </a:r>
          </a:p>
          <a:p>
            <a:pPr lvl="1"/>
            <a:r>
              <a:rPr lang="pt-BR" dirty="0"/>
              <a:t>Restrições de integridade (por exemplo, saldo da conta &gt; 0) ficam “enterradas” no código do programa em vez de serem declaradas explicitamente</a:t>
            </a:r>
          </a:p>
          <a:p>
            <a:pPr lvl="1"/>
            <a:r>
              <a:rPr lang="pt-BR" dirty="0"/>
              <a:t>Difícil adicionar novas restrições ou alterar as existentes</a:t>
            </a:r>
          </a:p>
        </p:txBody>
      </p:sp>
    </p:spTree>
    <p:extLst>
      <p:ext uri="{BB962C8B-B14F-4D97-AF65-F5344CB8AC3E}">
        <p14:creationId xmlns:p14="http://schemas.microsoft.com/office/powerpoint/2010/main" val="3253872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F9EC9D9-C460-4585-9003-28C81CFD5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Propósito do uso de Banco de Dados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50D9D5-D1A9-4D9E-B5B1-3FDBD09D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8055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Atomicidade das atualizações</a:t>
            </a:r>
          </a:p>
          <a:p>
            <a:pPr lvl="1"/>
            <a:r>
              <a:rPr lang="pt-BR" dirty="0"/>
              <a:t>As falhas podem deixar o banco de dados em um </a:t>
            </a:r>
            <a:r>
              <a:rPr lang="pt-BR" u="sng" dirty="0"/>
              <a:t>estado inconsistente</a:t>
            </a:r>
            <a:r>
              <a:rPr lang="pt-BR" dirty="0"/>
              <a:t> com atualizações parciais realizadas</a:t>
            </a:r>
          </a:p>
          <a:p>
            <a:pPr lvl="1"/>
            <a:r>
              <a:rPr lang="pt-BR" dirty="0"/>
              <a:t>Exemplo: a transferência de fundos de uma conta para outra deve ser concluída ou não ocorrer</a:t>
            </a:r>
          </a:p>
          <a:p>
            <a:r>
              <a:rPr lang="pt-BR" b="1" dirty="0"/>
              <a:t>Acesso simultâneo por vários usuários</a:t>
            </a:r>
          </a:p>
          <a:p>
            <a:pPr lvl="1"/>
            <a:r>
              <a:rPr lang="pt-BR" dirty="0"/>
              <a:t>Acesso simultâneo necessário para desempenho</a:t>
            </a:r>
          </a:p>
          <a:p>
            <a:pPr lvl="1"/>
            <a:r>
              <a:rPr lang="pt-BR" dirty="0"/>
              <a:t>Acessos simultâneos não controlados podem levar a inconsistências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Duas pessoas lendo um saldo (digamos 100) e atualizando-o sacando dinheiro (digamos 50 cada) ao mesmo tempo!</a:t>
            </a:r>
          </a:p>
          <a:p>
            <a:r>
              <a:rPr lang="pt-BR" b="1" dirty="0"/>
              <a:t>Problemas de segurança</a:t>
            </a:r>
          </a:p>
          <a:p>
            <a:pPr lvl="1"/>
            <a:r>
              <a:rPr lang="pt-BR" dirty="0"/>
              <a:t>Difícil fornecer acesso do usuário a alguns dados, mas não a todos</a:t>
            </a:r>
          </a:p>
        </p:txBody>
      </p:sp>
    </p:spTree>
    <p:extLst>
      <p:ext uri="{BB962C8B-B14F-4D97-AF65-F5344CB8AC3E}">
        <p14:creationId xmlns:p14="http://schemas.microsoft.com/office/powerpoint/2010/main" val="318253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Qual o propósito de uso do Banco de Dados?</a:t>
            </a:r>
          </a:p>
        </p:txBody>
      </p:sp>
      <p:sp>
        <p:nvSpPr>
          <p:cNvPr id="29698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altLang="en-US">
                <a:latin typeface="Arial" charset="0"/>
              </a:rPr>
              <a:t>Roberto Harkovsky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00A9-CB03-4EF2-9D99-353BA7EB6B77}" type="slidenum">
              <a:rPr lang="pt-BR" smtClean="0"/>
              <a:pPr/>
              <a:t>23</a:t>
            </a:fld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956" y="2424549"/>
            <a:ext cx="3000282" cy="24779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99DD326-F652-462F-9D37-26879038B5F1}"/>
              </a:ext>
            </a:extLst>
          </p:cNvPr>
          <p:cNvSpPr txBox="1"/>
          <p:nvPr/>
        </p:nvSpPr>
        <p:spPr>
          <a:xfrm>
            <a:off x="6699426" y="2609650"/>
            <a:ext cx="4273374" cy="1773198"/>
          </a:xfrm>
          <a:prstGeom prst="snip2Same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Para que os dados sejam: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Facilmente acessados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Modificados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Protegidos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Analisados</a:t>
            </a:r>
          </a:p>
        </p:txBody>
      </p:sp>
    </p:spTree>
    <p:extLst>
      <p:ext uri="{BB962C8B-B14F-4D97-AF65-F5344CB8AC3E}">
        <p14:creationId xmlns:p14="http://schemas.microsoft.com/office/powerpoint/2010/main" val="123954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O que é, então, um Banco de Dados?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1984375"/>
          </a:xfrm>
        </p:spPr>
        <p:txBody>
          <a:bodyPr>
            <a:normAutofit/>
          </a:bodyPr>
          <a:lstStyle/>
          <a:p>
            <a:pPr eaLnBrk="1" hangingPunct="1"/>
            <a:r>
              <a:rPr lang="pt-BR" sz="3600" i="1" dirty="0"/>
              <a:t>“</a:t>
            </a:r>
            <a:r>
              <a:rPr lang="pt-BR" sz="3600" i="1" dirty="0">
                <a:solidFill>
                  <a:srgbClr val="0070C0"/>
                </a:solidFill>
              </a:rPr>
              <a:t>Coleção de Dados </a:t>
            </a:r>
            <a:r>
              <a:rPr lang="pt-BR" sz="3600" i="1" dirty="0"/>
              <a:t>fortemente estruturados acompanhados de um conjunto de </a:t>
            </a:r>
            <a:r>
              <a:rPr lang="pt-BR" sz="3600" i="1" dirty="0">
                <a:solidFill>
                  <a:srgbClr val="0070C0"/>
                </a:solidFill>
              </a:rPr>
              <a:t>mecanismos de controle</a:t>
            </a:r>
            <a:r>
              <a:rPr lang="pt-BR" sz="3600" i="1" dirty="0"/>
              <a:t>, </a:t>
            </a:r>
            <a:r>
              <a:rPr lang="pt-BR" sz="3600" i="1" dirty="0">
                <a:solidFill>
                  <a:srgbClr val="0070C0"/>
                </a:solidFill>
              </a:rPr>
              <a:t>acesso</a:t>
            </a:r>
            <a:r>
              <a:rPr lang="pt-BR" sz="3600" i="1" dirty="0"/>
              <a:t> e </a:t>
            </a:r>
            <a:r>
              <a:rPr lang="pt-BR" sz="3600" i="1" dirty="0">
                <a:solidFill>
                  <a:srgbClr val="0070C0"/>
                </a:solidFill>
              </a:rPr>
              <a:t>manipulação</a:t>
            </a:r>
            <a:r>
              <a:rPr lang="pt-BR" sz="3600" i="1" dirty="0"/>
              <a:t>”</a:t>
            </a:r>
            <a:r>
              <a:rPr lang="pt-BR" sz="3600" dirty="0"/>
              <a:t> </a:t>
            </a:r>
          </a:p>
          <a:p>
            <a:pPr eaLnBrk="1" hangingPunct="1"/>
            <a:endParaRPr lang="pt-BR" sz="3600" dirty="0"/>
          </a:p>
        </p:txBody>
      </p:sp>
      <p:sp>
        <p:nvSpPr>
          <p:cNvPr id="29698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altLang="en-US">
                <a:latin typeface="Arial" charset="0"/>
              </a:rPr>
              <a:t>Roberto Harkovsky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00A9-CB03-4EF2-9D99-353BA7EB6B77}" type="slidenum">
              <a:rPr lang="pt-BR" smtClean="0"/>
              <a:pPr/>
              <a:t>24</a:t>
            </a:fld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923" y="3594588"/>
            <a:ext cx="3000282" cy="24779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99DD326-F652-462F-9D37-26879038B5F1}"/>
              </a:ext>
            </a:extLst>
          </p:cNvPr>
          <p:cNvSpPr txBox="1"/>
          <p:nvPr/>
        </p:nvSpPr>
        <p:spPr>
          <a:xfrm>
            <a:off x="8016949" y="4146698"/>
            <a:ext cx="3870252" cy="1304806"/>
          </a:xfrm>
          <a:prstGeom prst="snip2Same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Mas apenas um lugar para armazenar é suficiente?</a:t>
            </a:r>
          </a:p>
          <a:p>
            <a:r>
              <a:rPr lang="pt-BR" dirty="0"/>
              <a:t>Quem seria responsável por organizar os dados? E recuperá-los?</a:t>
            </a:r>
          </a:p>
        </p:txBody>
      </p:sp>
    </p:spTree>
    <p:extLst>
      <p:ext uri="{BB962C8B-B14F-4D97-AF65-F5344CB8AC3E}">
        <p14:creationId xmlns:p14="http://schemas.microsoft.com/office/powerpoint/2010/main" val="364322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279194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dirty="0"/>
              <a:t>O que é um Sistema Gerenciador de Banco de Dados?</a:t>
            </a:r>
          </a:p>
        </p:txBody>
      </p:sp>
      <p:sp>
        <p:nvSpPr>
          <p:cNvPr id="39940" name="Rectangle 7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685206" cy="1902313"/>
          </a:xfrm>
        </p:spPr>
        <p:txBody>
          <a:bodyPr>
            <a:noAutofit/>
          </a:bodyPr>
          <a:lstStyle/>
          <a:p>
            <a:pPr eaLnBrk="1" hangingPunct="1"/>
            <a:r>
              <a:rPr lang="pt-BR" dirty="0">
                <a:solidFill>
                  <a:srgbClr val="000099"/>
                </a:solidFill>
              </a:rPr>
              <a:t>SGBD (</a:t>
            </a:r>
            <a:r>
              <a:rPr lang="pt-BR" i="1" dirty="0">
                <a:solidFill>
                  <a:srgbClr val="000099"/>
                </a:solidFill>
              </a:rPr>
              <a:t>Sistema Gerenciador de Banco de Dados</a:t>
            </a:r>
            <a:r>
              <a:rPr lang="pt-BR" dirty="0">
                <a:solidFill>
                  <a:srgbClr val="000099"/>
                </a:solidFill>
              </a:rPr>
              <a:t>) ou DBMS (</a:t>
            </a:r>
            <a:r>
              <a:rPr lang="pt-BR" i="1" dirty="0" err="1">
                <a:solidFill>
                  <a:srgbClr val="000099"/>
                </a:solidFill>
              </a:rPr>
              <a:t>DataBase</a:t>
            </a:r>
            <a:r>
              <a:rPr lang="pt-BR" i="1" dirty="0">
                <a:solidFill>
                  <a:srgbClr val="000099"/>
                </a:solidFill>
              </a:rPr>
              <a:t> Management System</a:t>
            </a:r>
            <a:r>
              <a:rPr lang="pt-BR" dirty="0">
                <a:solidFill>
                  <a:srgbClr val="000099"/>
                </a:solidFill>
              </a:rPr>
              <a:t>)</a:t>
            </a:r>
          </a:p>
          <a:p>
            <a:r>
              <a:rPr lang="pt-BR" dirty="0">
                <a:solidFill>
                  <a:srgbClr val="C00000"/>
                </a:solidFill>
              </a:rPr>
              <a:t>Aplicação</a:t>
            </a:r>
            <a:r>
              <a:rPr lang="pt-BR" dirty="0"/>
              <a:t> que fica “</a:t>
            </a:r>
            <a:r>
              <a:rPr lang="pt-B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frente</a:t>
            </a:r>
            <a:r>
              <a:rPr lang="pt-BR" dirty="0"/>
              <a:t>” à uma coleção de dados e faz a </a:t>
            </a:r>
            <a:r>
              <a:rPr lang="pt-B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mediação</a:t>
            </a:r>
            <a:r>
              <a:rPr lang="pt-BR" dirty="0"/>
              <a:t> do acesso </a:t>
            </a:r>
          </a:p>
        </p:txBody>
      </p:sp>
      <p:sp>
        <p:nvSpPr>
          <p:cNvPr id="39938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altLang="en-US">
                <a:latin typeface="Arial" charset="0"/>
              </a:rPr>
              <a:t>Roberto Harkovsky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00A9-CB03-4EF2-9D99-353BA7EB6B77}" type="slidenum">
              <a:rPr lang="pt-BR" smtClean="0"/>
              <a:pPr/>
              <a:t>25</a:t>
            </a:fld>
            <a:endParaRPr lang="pt-BR" dirty="0"/>
          </a:p>
        </p:txBody>
      </p:sp>
      <p:pic>
        <p:nvPicPr>
          <p:cNvPr id="3" name="Imagem 2" descr="Server PNG Transparent Images | PNG All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337" y="3576380"/>
            <a:ext cx="1880126" cy="2311630"/>
          </a:xfrm>
          <a:prstGeom prst="rect">
            <a:avLst/>
          </a:prstGeom>
        </p:spPr>
      </p:pic>
      <p:pic>
        <p:nvPicPr>
          <p:cNvPr id="4" name="Imagem 3" descr="File:User icon 1.svg - Wikimedia Commons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305" y="4319100"/>
            <a:ext cx="1331790" cy="1331790"/>
          </a:xfrm>
          <a:prstGeom prst="rect">
            <a:avLst/>
          </a:prstGeom>
        </p:spPr>
      </p:pic>
      <p:sp>
        <p:nvSpPr>
          <p:cNvPr id="5" name="Seta para a Esquerda e para a Direita 4"/>
          <p:cNvSpPr/>
          <p:nvPr/>
        </p:nvSpPr>
        <p:spPr>
          <a:xfrm>
            <a:off x="4633237" y="4545088"/>
            <a:ext cx="2238729" cy="87981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Dados</a:t>
            </a:r>
          </a:p>
        </p:txBody>
      </p:sp>
      <p:pic>
        <p:nvPicPr>
          <p:cNvPr id="7" name="Imagem 6" descr="Linuxブログ : 2014 : 12月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095" y="4193902"/>
            <a:ext cx="1563200" cy="158218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34D9447-92CC-4874-8C1E-0FDAEE9A0F3F}"/>
              </a:ext>
            </a:extLst>
          </p:cNvPr>
          <p:cNvSpPr txBox="1"/>
          <p:nvPr/>
        </p:nvSpPr>
        <p:spPr>
          <a:xfrm>
            <a:off x="7311079" y="5827177"/>
            <a:ext cx="11288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C00000"/>
                </a:solidFill>
              </a:rPr>
              <a:t>SGBD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C1B228A-247D-4157-BF4D-4E051D1951DD}"/>
              </a:ext>
            </a:extLst>
          </p:cNvPr>
          <p:cNvSpPr txBox="1"/>
          <p:nvPr/>
        </p:nvSpPr>
        <p:spPr>
          <a:xfrm>
            <a:off x="8209723" y="505557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BD</a:t>
            </a:r>
          </a:p>
        </p:txBody>
      </p:sp>
      <p:pic>
        <p:nvPicPr>
          <p:cNvPr id="9" name="Imagem 8" descr="Gráfico, Tabela&#10;&#10;Descrição gerada automaticamente">
            <a:extLst>
              <a:ext uri="{FF2B5EF4-FFF2-40B4-BE49-F238E27FC236}">
                <a16:creationId xmlns:a16="http://schemas.microsoft.com/office/drawing/2014/main" id="{86CECF44-4DDC-4E25-A0A6-3C08E44EB29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087905" y="4209536"/>
            <a:ext cx="524012" cy="130811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Chave Esquerda 7">
            <a:extLst>
              <a:ext uri="{FF2B5EF4-FFF2-40B4-BE49-F238E27FC236}">
                <a16:creationId xmlns:a16="http://schemas.microsoft.com/office/drawing/2014/main" id="{C491B8FD-33AA-4326-B188-AFF93B1F230A}"/>
              </a:ext>
            </a:extLst>
          </p:cNvPr>
          <p:cNvSpPr/>
          <p:nvPr/>
        </p:nvSpPr>
        <p:spPr>
          <a:xfrm>
            <a:off x="9182307" y="4699733"/>
            <a:ext cx="475861" cy="1902313"/>
          </a:xfrm>
          <a:prstGeom prst="leftBrace">
            <a:avLst>
              <a:gd name="adj1" fmla="val 8333"/>
              <a:gd name="adj2" fmla="val 76977"/>
            </a:avLst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476F85A-CF71-4C3D-ADF8-C6654451FC25}"/>
              </a:ext>
            </a:extLst>
          </p:cNvPr>
          <p:cNvSpPr txBox="1"/>
          <p:nvPr/>
        </p:nvSpPr>
        <p:spPr>
          <a:xfrm>
            <a:off x="9768796" y="4934624"/>
            <a:ext cx="15311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SQL Server</a:t>
            </a:r>
          </a:p>
          <a:p>
            <a:r>
              <a:rPr lang="pt-BR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ORACLE</a:t>
            </a:r>
          </a:p>
          <a:p>
            <a:r>
              <a:rPr lang="pt-BR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MySQL</a:t>
            </a:r>
          </a:p>
          <a:p>
            <a:r>
              <a:rPr lang="pt-BR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MongoDB</a:t>
            </a:r>
            <a:endParaRPr lang="pt-BR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pt-BR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268693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6"/>
          <p:cNvSpPr>
            <a:spLocks noGrp="1" noChangeArrowheads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pt-BR" sz="3700" dirty="0"/>
              <a:t>Propriedades de um Sistema Gerenciador de Banco de Dados</a:t>
            </a:r>
          </a:p>
        </p:txBody>
      </p:sp>
      <p:sp>
        <p:nvSpPr>
          <p:cNvPr id="39940" name="Rectangle 7"/>
          <p:cNvSpPr>
            <a:spLocks noGrp="1" noChangeArrowheads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 fontScale="92500"/>
          </a:bodyPr>
          <a:lstStyle/>
          <a:p>
            <a:r>
              <a:rPr lang="pt-BR" dirty="0"/>
              <a:t>Sistema composto de um conjunto de mecanismos de controle, acesso e manipulação de uma base de dados, que permite construir e manipular bases de dados de diversas aplicações</a:t>
            </a:r>
          </a:p>
          <a:p>
            <a:pPr eaLnBrk="1" hangingPunct="1"/>
            <a:r>
              <a:rPr lang="pt-BR" dirty="0"/>
              <a:t>Provê independência de dados, com relação a organização física de arquivos e dados</a:t>
            </a:r>
          </a:p>
          <a:p>
            <a:pPr eaLnBrk="1" hangingPunct="1"/>
            <a:r>
              <a:rPr lang="pt-BR" dirty="0"/>
              <a:t>Manipula grande quantidade de dados</a:t>
            </a:r>
          </a:p>
          <a:p>
            <a:pPr eaLnBrk="1" hangingPunct="1"/>
            <a:r>
              <a:rPr lang="pt-BR" dirty="0"/>
              <a:t>Garante persistência de dados</a:t>
            </a:r>
          </a:p>
        </p:txBody>
      </p:sp>
      <p:pic>
        <p:nvPicPr>
          <p:cNvPr id="6" name="Imagem 5" descr="Server PNG Transparent Images | PNG All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2" r="1332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337D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38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>
            <a:off x="4965430" y="6356350"/>
            <a:ext cx="4139134" cy="365125"/>
          </a:xfrm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algn="l">
              <a:spcAft>
                <a:spcPts val="600"/>
              </a:spcAft>
            </a:pPr>
            <a:r>
              <a:rPr lang="pt-BR" altLang="en-US">
                <a:latin typeface="Arial" charset="0"/>
              </a:rPr>
              <a:t>Roberto Harkovsky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0167042" y="6356350"/>
            <a:ext cx="118675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A0200A9-CB03-4EF2-9D99-353BA7EB6B77}" type="slidenum">
              <a:rPr lang="pt-BR" smtClean="0"/>
              <a:pPr>
                <a:spcAft>
                  <a:spcPts val="600"/>
                </a:spcAft>
              </a:pPr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5763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e Manipulação de Dados.. </a:t>
            </a:r>
            <a:br>
              <a:rPr lang="pt-BR" dirty="0"/>
            </a:br>
            <a:r>
              <a:rPr lang="pt-BR" dirty="0"/>
              <a:t>Mas Como Representar os Dados?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826059" y="3259014"/>
            <a:ext cx="10316862" cy="2940173"/>
          </a:xfrm>
        </p:spPr>
        <p:txBody>
          <a:bodyPr>
            <a:noAutofit/>
          </a:bodyPr>
          <a:lstStyle/>
          <a:p>
            <a:r>
              <a:rPr lang="pt-BR" sz="2400" dirty="0"/>
              <a:t> É necessário uma forma estruturada e consistente para representar os dados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rgbClr val="C00000"/>
                </a:solidFill>
              </a:rPr>
              <a:t>Modelo de dados</a:t>
            </a:r>
          </a:p>
          <a:p>
            <a:pPr lvl="1"/>
            <a:r>
              <a:rPr lang="pt-BR" sz="2000" dirty="0"/>
              <a:t>Descreve a organização dos dados do mundo real em estruturas computacionais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rgbClr val="C00000"/>
                </a:solidFill>
              </a:rPr>
              <a:t>Esquemas Conceitual e Lógico</a:t>
            </a:r>
          </a:p>
          <a:p>
            <a:pPr lvl="1"/>
            <a:r>
              <a:rPr lang="pt-BR" sz="2000" dirty="0"/>
              <a:t>Descreve uma coleção de dados, usando um modelo de dados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rgbClr val="C00000"/>
                </a:solidFill>
              </a:rPr>
              <a:t>Esquema Físico</a:t>
            </a:r>
          </a:p>
          <a:p>
            <a:pPr lvl="1"/>
            <a:r>
              <a:rPr lang="pt-BR" sz="2000" dirty="0"/>
              <a:t>Descreve organização física dos dados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</a:t>
            </a:r>
            <a:r>
              <a:rPr lang="pt-BR" dirty="0" err="1"/>
              <a:t>Harkovsky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200A9-CB03-4EF2-9D99-353BA7EB6B77}" type="slidenum">
              <a:rPr lang="pt-BR" smtClean="0"/>
              <a:pPr/>
              <a:t>27</a:t>
            </a:fld>
            <a:endParaRPr lang="pt-BR" dirty="0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861" y="1830795"/>
            <a:ext cx="1358693" cy="1288112"/>
          </a:xfrm>
          <a:prstGeom prst="rect">
            <a:avLst/>
          </a:prstGeom>
        </p:spPr>
      </p:pic>
      <p:pic>
        <p:nvPicPr>
          <p:cNvPr id="4" name="Imagem 3" descr="Globe 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12" y="1775603"/>
            <a:ext cx="1513117" cy="12606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CaixaDeTexto 8"/>
          <p:cNvSpPr txBox="1"/>
          <p:nvPr/>
        </p:nvSpPr>
        <p:spPr>
          <a:xfrm>
            <a:off x="310346" y="2101064"/>
            <a:ext cx="922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Mundo </a:t>
            </a:r>
          </a:p>
          <a:p>
            <a:r>
              <a:rPr lang="pt-BR" dirty="0"/>
              <a:t>Real</a:t>
            </a:r>
          </a:p>
        </p:txBody>
      </p:sp>
      <p:sp>
        <p:nvSpPr>
          <p:cNvPr id="11" name="Seta para a Direita 10"/>
          <p:cNvSpPr/>
          <p:nvPr/>
        </p:nvSpPr>
        <p:spPr>
          <a:xfrm>
            <a:off x="2704139" y="2174754"/>
            <a:ext cx="1279526" cy="445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Abstração</a:t>
            </a: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509" y="2055127"/>
            <a:ext cx="1420491" cy="5486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3" name="Seta para a Direita 10">
            <a:extLst>
              <a:ext uri="{FF2B5EF4-FFF2-40B4-BE49-F238E27FC236}">
                <a16:creationId xmlns:a16="http://schemas.microsoft.com/office/drawing/2014/main" id="{D5215651-7E74-42F7-A262-41C7FAC87363}"/>
              </a:ext>
            </a:extLst>
          </p:cNvPr>
          <p:cNvSpPr/>
          <p:nvPr/>
        </p:nvSpPr>
        <p:spPr>
          <a:xfrm>
            <a:off x="6602819" y="2201492"/>
            <a:ext cx="2743200" cy="445477"/>
          </a:xfrm>
          <a:prstGeom prst="rightArrow">
            <a:avLst>
              <a:gd name="adj1" fmla="val 5477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Dados computacionais</a:t>
            </a:r>
          </a:p>
        </p:txBody>
      </p:sp>
    </p:spTree>
    <p:extLst>
      <p:ext uri="{BB962C8B-B14F-4D97-AF65-F5344CB8AC3E}">
        <p14:creationId xmlns:p14="http://schemas.microsoft.com/office/powerpoint/2010/main" val="184139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Modelando os Dados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CD00-30DF-8443-816B-88C3C65D8B99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8" name="Diagrama 7"/>
          <p:cNvGraphicFramePr/>
          <p:nvPr>
            <p:extLst>
              <p:ext uri="{D42A27DB-BD31-4B8C-83A1-F6EECF244321}">
                <p14:modId xmlns:p14="http://schemas.microsoft.com/office/powerpoint/2010/main" val="2562923780"/>
              </p:ext>
            </p:extLst>
          </p:nvPr>
        </p:nvGraphicFramePr>
        <p:xfrm>
          <a:off x="672336" y="1872150"/>
          <a:ext cx="10681464" cy="2512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1"/>
          <p:cNvGrpSpPr/>
          <p:nvPr/>
        </p:nvGrpSpPr>
        <p:grpSpPr>
          <a:xfrm>
            <a:off x="5135526" y="3038841"/>
            <a:ext cx="2307265" cy="970788"/>
            <a:chOff x="4016360" y="3801625"/>
            <a:chExt cx="4673341" cy="827538"/>
          </a:xfrm>
        </p:grpSpPr>
        <p:sp>
          <p:nvSpPr>
            <p:cNvPr id="10" name="AutoShape 8"/>
            <p:cNvSpPr>
              <a:spLocks noChangeArrowheads="1"/>
            </p:cNvSpPr>
            <p:nvPr/>
          </p:nvSpPr>
          <p:spPr bwMode="auto">
            <a:xfrm>
              <a:off x="5932432" y="4208562"/>
              <a:ext cx="1121602" cy="420601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100" dirty="0" err="1"/>
                <a:t>produz</a:t>
              </a:r>
              <a:endParaRPr lang="en-US" sz="1100" dirty="0"/>
            </a:p>
          </p:txBody>
        </p:sp>
        <p:sp>
          <p:nvSpPr>
            <p:cNvPr id="11" name="Rectangle 19"/>
            <p:cNvSpPr>
              <a:spLocks noChangeArrowheads="1"/>
            </p:cNvSpPr>
            <p:nvPr/>
          </p:nvSpPr>
          <p:spPr bwMode="auto">
            <a:xfrm>
              <a:off x="4296763" y="4347633"/>
              <a:ext cx="1215068" cy="23479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100" dirty="0" err="1"/>
                <a:t>Produto</a:t>
              </a:r>
              <a:endParaRPr lang="en-US" sz="1100" dirty="0"/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4016360" y="3816041"/>
              <a:ext cx="887936" cy="420601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accent5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100" u="sng" dirty="0" err="1"/>
                <a:t>nome</a:t>
              </a:r>
              <a:endParaRPr lang="en-US" sz="1100" u="sng" dirty="0"/>
            </a:p>
          </p:txBody>
        </p:sp>
        <p:sp>
          <p:nvSpPr>
            <p:cNvPr id="15" name="Oval 16"/>
            <p:cNvSpPr>
              <a:spLocks noChangeArrowheads="1"/>
            </p:cNvSpPr>
            <p:nvPr/>
          </p:nvSpPr>
          <p:spPr bwMode="auto">
            <a:xfrm>
              <a:off x="5021125" y="3816041"/>
              <a:ext cx="887936" cy="420601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accent5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100" dirty="0" err="1"/>
                <a:t>preco</a:t>
              </a:r>
              <a:endParaRPr lang="en-US" sz="1100" dirty="0"/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7334432" y="4268395"/>
              <a:ext cx="1355269" cy="3271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100" dirty="0" err="1"/>
                <a:t>Empresa</a:t>
              </a:r>
              <a:endParaRPr lang="en-US" sz="1100" dirty="0"/>
            </a:p>
          </p:txBody>
        </p:sp>
        <p:sp>
          <p:nvSpPr>
            <p:cNvPr id="21" name="Oval 12"/>
            <p:cNvSpPr>
              <a:spLocks noChangeArrowheads="1"/>
            </p:cNvSpPr>
            <p:nvPr/>
          </p:nvSpPr>
          <p:spPr bwMode="auto">
            <a:xfrm>
              <a:off x="7568098" y="3801625"/>
              <a:ext cx="887936" cy="420601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accent5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100" u="sng" dirty="0" err="1"/>
                <a:t>nome</a:t>
              </a:r>
              <a:endParaRPr lang="en-US" sz="1100" u="sng" dirty="0"/>
            </a:p>
          </p:txBody>
        </p:sp>
      </p:grp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</a:t>
            </a:r>
            <a:r>
              <a:rPr lang="pt-BR" dirty="0" err="1"/>
              <a:t>Harkovsky</a:t>
            </a:r>
            <a:r>
              <a:rPr lang="pt-BR" dirty="0"/>
              <a:t>, </a:t>
            </a:r>
            <a:r>
              <a:rPr lang="pt-BR" dirty="0" err="1"/>
              <a:t>MSc</a:t>
            </a:r>
            <a:endParaRPr lang="pt-BR" dirty="0"/>
          </a:p>
        </p:txBody>
      </p:sp>
      <p:graphicFrame>
        <p:nvGraphicFramePr>
          <p:cNvPr id="26" name="Table 3">
            <a:extLst>
              <a:ext uri="{FF2B5EF4-FFF2-40B4-BE49-F238E27FC236}">
                <a16:creationId xmlns:a16="http://schemas.microsoft.com/office/drawing/2014/main" id="{91B338FF-CB90-400D-83DB-DCEC780B4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810881"/>
              </p:ext>
            </p:extLst>
          </p:nvPr>
        </p:nvGraphicFramePr>
        <p:xfrm>
          <a:off x="9080205" y="3055752"/>
          <a:ext cx="2202817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6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040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Escolhendo o Modelo de BD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6C0769-65D9-47E4-82F2-63AE8C885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Modelos são uma coleção de ferramentas para descrever</a:t>
            </a:r>
          </a:p>
          <a:p>
            <a:pPr lvl="1"/>
            <a:r>
              <a:rPr lang="pt-BR" sz="2800" dirty="0"/>
              <a:t>Dados</a:t>
            </a:r>
          </a:p>
          <a:p>
            <a:pPr lvl="1"/>
            <a:r>
              <a:rPr lang="pt-BR" sz="2800" dirty="0"/>
              <a:t>Relacionamentos de dados</a:t>
            </a:r>
          </a:p>
          <a:p>
            <a:pPr lvl="1"/>
            <a:r>
              <a:rPr lang="pt-BR" sz="2800" dirty="0"/>
              <a:t>Semântica de dados</a:t>
            </a:r>
          </a:p>
          <a:p>
            <a:pPr lvl="1"/>
            <a:r>
              <a:rPr lang="pt-BR" sz="2800" dirty="0"/>
              <a:t>Restrições de dados</a:t>
            </a:r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</a:t>
            </a:r>
            <a:r>
              <a:rPr lang="pt-BR" dirty="0" err="1"/>
              <a:t>Harkovsky</a:t>
            </a:r>
            <a:r>
              <a:rPr lang="pt-BR" dirty="0"/>
              <a:t>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CD00-30DF-8443-816B-88C3C65D8B99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3B50BBD5-D5DC-4A26-B54A-2FE708A6D7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9306165"/>
              </p:ext>
            </p:extLst>
          </p:nvPr>
        </p:nvGraphicFramePr>
        <p:xfrm>
          <a:off x="6403392" y="3121068"/>
          <a:ext cx="4064000" cy="2709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1739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Armazenando os Dados</a:t>
            </a:r>
            <a:endParaRPr lang="pt-BR" sz="3600" dirty="0"/>
          </a:p>
        </p:txBody>
      </p:sp>
      <p:sp>
        <p:nvSpPr>
          <p:cNvPr id="166916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38337"/>
            <a:ext cx="10817646" cy="1187548"/>
          </a:xfrm>
        </p:spPr>
        <p:txBody>
          <a:bodyPr>
            <a:noAutofit/>
          </a:bodyPr>
          <a:lstStyle/>
          <a:p>
            <a:r>
              <a:rPr lang="pt-BR" dirty="0"/>
              <a:t>Um modelo de dados é </a:t>
            </a:r>
            <a:r>
              <a:rPr lang="pt-BR" dirty="0">
                <a:solidFill>
                  <a:srgbClr val="C00000"/>
                </a:solidFill>
              </a:rPr>
              <a:t>representado</a:t>
            </a:r>
            <a:r>
              <a:rPr lang="pt-BR" dirty="0"/>
              <a:t> em um banco de dados através de </a:t>
            </a:r>
            <a:r>
              <a:rPr lang="pt-BR" dirty="0">
                <a:solidFill>
                  <a:srgbClr val="C00000"/>
                </a:solidFill>
              </a:rPr>
              <a:t>estruturas de dados</a:t>
            </a:r>
          </a:p>
          <a:p>
            <a:r>
              <a:rPr lang="pt-BR" dirty="0"/>
              <a:t>Por exemplo, no modelo relacional temos as </a:t>
            </a:r>
            <a:r>
              <a:rPr lang="pt-BR" dirty="0">
                <a:solidFill>
                  <a:srgbClr val="C00000"/>
                </a:solidFill>
              </a:rPr>
              <a:t>tabelas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16691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7045-DDC4-4D18-AA06-8C33CA26AE86}" type="slidenum">
              <a:rPr lang="pt-BR" altLang="en-US" smtClean="0"/>
              <a:pPr/>
              <a:t>30</a:t>
            </a:fld>
            <a:endParaRPr lang="pt-BR" altLang="en-US"/>
          </a:p>
        </p:txBody>
      </p:sp>
      <p:sp>
        <p:nvSpPr>
          <p:cNvPr id="29" name="Rectangle 14"/>
          <p:cNvSpPr/>
          <p:nvPr/>
        </p:nvSpPr>
        <p:spPr>
          <a:xfrm>
            <a:off x="1560512" y="3352209"/>
            <a:ext cx="9107488" cy="3369266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aphicFrame>
        <p:nvGraphicFramePr>
          <p:cNvPr id="30" name="Table 3"/>
          <p:cNvGraphicFramePr>
            <a:graphicFrameLocks noGrp="1"/>
          </p:cNvGraphicFramePr>
          <p:nvPr/>
        </p:nvGraphicFramePr>
        <p:xfrm>
          <a:off x="1712912" y="3703342"/>
          <a:ext cx="2514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Nome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Bob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3.2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Maria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3.8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TextBox 4"/>
          <p:cNvSpPr txBox="1"/>
          <p:nvPr/>
        </p:nvSpPr>
        <p:spPr>
          <a:xfrm>
            <a:off x="1371951" y="3352209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Estudantes</a:t>
            </a:r>
            <a:endParaRPr lang="en-US" sz="1400" b="1" dirty="0"/>
          </a:p>
        </p:txBody>
      </p:sp>
      <p:graphicFrame>
        <p:nvGraphicFramePr>
          <p:cNvPr id="32" name="Table 5"/>
          <p:cNvGraphicFramePr>
            <a:graphicFrameLocks noGrp="1"/>
          </p:cNvGraphicFramePr>
          <p:nvPr/>
        </p:nvGraphicFramePr>
        <p:xfrm>
          <a:off x="7732712" y="3703342"/>
          <a:ext cx="2895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cnome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creditos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464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Redes4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408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Redes</a:t>
                      </a:r>
                      <a:r>
                        <a:rPr lang="en-US" sz="1800" dirty="0"/>
                        <a:t>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Box 6"/>
          <p:cNvSpPr txBox="1"/>
          <p:nvPr/>
        </p:nvSpPr>
        <p:spPr>
          <a:xfrm>
            <a:off x="7316911" y="3352209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itchFamily="34" charset="0"/>
                <a:cs typeface="Arial" pitchFamily="34" charset="0"/>
              </a:rPr>
              <a:t>Classes</a:t>
            </a:r>
            <a:endParaRPr lang="en-US" sz="1400" b="1" dirty="0"/>
          </a:p>
        </p:txBody>
      </p:sp>
      <p:graphicFrame>
        <p:nvGraphicFramePr>
          <p:cNvPr id="34" name="Table 7"/>
          <p:cNvGraphicFramePr>
            <a:graphicFrameLocks noGrp="1"/>
          </p:cNvGraphicFramePr>
          <p:nvPr/>
        </p:nvGraphicFramePr>
        <p:xfrm>
          <a:off x="4608512" y="5151142"/>
          <a:ext cx="2895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Conceito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TextBox 8"/>
          <p:cNvSpPr txBox="1"/>
          <p:nvPr/>
        </p:nvSpPr>
        <p:spPr>
          <a:xfrm>
            <a:off x="4249688" y="4768653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Matriculas</a:t>
            </a:r>
            <a:endParaRPr lang="en-US" sz="1400" b="1" dirty="0"/>
          </a:p>
        </p:txBody>
      </p:sp>
      <p:sp>
        <p:nvSpPr>
          <p:cNvPr id="39" name="TextBox 15"/>
          <p:cNvSpPr txBox="1"/>
          <p:nvPr/>
        </p:nvSpPr>
        <p:spPr>
          <a:xfrm>
            <a:off x="5087888" y="3646614"/>
            <a:ext cx="20404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Relações</a:t>
            </a:r>
          </a:p>
        </p:txBody>
      </p:sp>
      <p:sp>
        <p:nvSpPr>
          <p:cNvPr id="23" name="TextBox 7"/>
          <p:cNvSpPr txBox="1"/>
          <p:nvPr/>
        </p:nvSpPr>
        <p:spPr>
          <a:xfrm>
            <a:off x="673542" y="5076430"/>
            <a:ext cx="3287270" cy="120032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342900"/>
            <a:r>
              <a:rPr lang="pt-BR" sz="2400" dirty="0">
                <a:solidFill>
                  <a:schemeClr val="bg1"/>
                </a:solidFill>
              </a:rPr>
              <a:t>Mas como consultar ou manipular os dados no banco de dados??</a:t>
            </a:r>
            <a:endParaRPr lang="pt-BR" sz="2400" i="1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119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6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 uiExpand="1" build="p"/>
      <p:bldP spid="29" grpId="0" animBg="1"/>
      <p:bldP spid="31" grpId="0"/>
      <p:bldP spid="33" grpId="0"/>
      <p:bldP spid="35" grpId="0"/>
      <p:bldP spid="39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Acessando os Dados</a:t>
            </a:r>
            <a:br>
              <a:rPr lang="pt-BR" dirty="0"/>
            </a:br>
            <a:r>
              <a:rPr lang="pt-BR" dirty="0"/>
              <a:t>Álgebra Relacional</a:t>
            </a:r>
          </a:p>
        </p:txBody>
      </p:sp>
      <p:sp>
        <p:nvSpPr>
          <p:cNvPr id="60928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38200" y="1683870"/>
            <a:ext cx="10515600" cy="46724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Linguagem de </a:t>
            </a:r>
            <a:r>
              <a:rPr lang="pt-BR" dirty="0">
                <a:solidFill>
                  <a:srgbClr val="C00000"/>
                </a:solidFill>
              </a:rPr>
              <a:t>consulta</a:t>
            </a:r>
            <a:r>
              <a:rPr lang="pt-BR" dirty="0"/>
              <a:t> de banco de dados que consiste em um conjunto de </a:t>
            </a:r>
            <a:r>
              <a:rPr lang="pt-BR" dirty="0">
                <a:solidFill>
                  <a:srgbClr val="0070C0"/>
                </a:solidFill>
              </a:rPr>
              <a:t>operações</a:t>
            </a:r>
            <a:r>
              <a:rPr lang="pt-BR" dirty="0"/>
              <a:t>,  tendo como </a:t>
            </a:r>
            <a:r>
              <a:rPr lang="pt-BR" dirty="0">
                <a:solidFill>
                  <a:srgbClr val="0070C0"/>
                </a:solidFill>
              </a:rPr>
              <a:t>entrada</a:t>
            </a:r>
            <a:r>
              <a:rPr lang="pt-BR" dirty="0"/>
              <a:t> uma ou duas </a:t>
            </a:r>
            <a:r>
              <a:rPr lang="pt-BR" dirty="0">
                <a:solidFill>
                  <a:srgbClr val="0070C0"/>
                </a:solidFill>
              </a:rPr>
              <a:t>relações</a:t>
            </a:r>
            <a:r>
              <a:rPr lang="pt-BR" dirty="0"/>
              <a:t> e produzindo como </a:t>
            </a:r>
            <a:r>
              <a:rPr lang="pt-BR" dirty="0">
                <a:solidFill>
                  <a:srgbClr val="0070C0"/>
                </a:solidFill>
              </a:rPr>
              <a:t>resultado</a:t>
            </a:r>
            <a:r>
              <a:rPr lang="pt-BR" dirty="0"/>
              <a:t> uma nova </a:t>
            </a:r>
            <a:r>
              <a:rPr lang="pt-BR" dirty="0">
                <a:solidFill>
                  <a:srgbClr val="0070C0"/>
                </a:solidFill>
              </a:rPr>
              <a:t>relação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>
              <a:buFont typeface="Wingdings" panose="05000000000000000000" pitchFamily="2" charset="2"/>
              <a:buChar char="ü"/>
            </a:pPr>
            <a:endParaRPr lang="pt-BR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A Linguagem formal da Álgebra relacional foi implementada através de um padrão chamado de </a:t>
            </a:r>
            <a:r>
              <a:rPr lang="pt-BR" dirty="0">
                <a:solidFill>
                  <a:srgbClr val="C00000"/>
                </a:solidFill>
              </a:rPr>
              <a:t>SQL (</a:t>
            </a:r>
            <a:r>
              <a:rPr lang="pt-BR" dirty="0" err="1">
                <a:solidFill>
                  <a:srgbClr val="C00000"/>
                </a:solidFill>
              </a:rPr>
              <a:t>Structured</a:t>
            </a:r>
            <a:r>
              <a:rPr lang="pt-BR" dirty="0">
                <a:solidFill>
                  <a:srgbClr val="C00000"/>
                </a:solidFill>
              </a:rPr>
              <a:t> Query </a:t>
            </a:r>
            <a:r>
              <a:rPr lang="pt-BR" dirty="0" err="1">
                <a:solidFill>
                  <a:srgbClr val="C00000"/>
                </a:solidFill>
              </a:rPr>
              <a:t>Language</a:t>
            </a:r>
            <a:r>
              <a:rPr lang="pt-BR" dirty="0">
                <a:solidFill>
                  <a:srgbClr val="C00000"/>
                </a:solidFill>
              </a:rPr>
              <a:t>) </a:t>
            </a:r>
            <a:r>
              <a:rPr lang="pt-BR" dirty="0"/>
              <a:t>– Linguagem estruturada para consultas</a:t>
            </a:r>
          </a:p>
        </p:txBody>
      </p:sp>
      <p:sp>
        <p:nvSpPr>
          <p:cNvPr id="609282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Roberto Harkovsky</a:t>
            </a:r>
          </a:p>
        </p:txBody>
      </p:sp>
      <p:sp>
        <p:nvSpPr>
          <p:cNvPr id="609283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FAF3-036B-4FDE-8759-EA9E530D51DC}" type="slidenum">
              <a:rPr lang="pt-BR" altLang="en-US" smtClean="0"/>
              <a:pPr/>
              <a:t>31</a:t>
            </a:fld>
            <a:endParaRPr lang="pt-BR" altLang="en-US"/>
          </a:p>
        </p:txBody>
      </p:sp>
      <p:pic>
        <p:nvPicPr>
          <p:cNvPr id="18" name="Imagem 17" descr="Server PNG Transparent Images | PNG All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07" y="2873908"/>
            <a:ext cx="1573038" cy="1667702"/>
          </a:xfrm>
          <a:prstGeom prst="rect">
            <a:avLst/>
          </a:prstGeom>
        </p:spPr>
      </p:pic>
      <p:pic>
        <p:nvPicPr>
          <p:cNvPr id="19" name="Imagem 18" descr="File:User icon 1.svg - Wikimedia Commons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089" y="3343684"/>
            <a:ext cx="1114263" cy="960806"/>
          </a:xfrm>
          <a:prstGeom prst="rect">
            <a:avLst/>
          </a:prstGeom>
        </p:spPr>
      </p:pic>
      <p:pic>
        <p:nvPicPr>
          <p:cNvPr id="21" name="Imagem 20" descr="Linuxブログ : 2014 : 12月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880" y="3288236"/>
            <a:ext cx="1307877" cy="1141452"/>
          </a:xfrm>
          <a:prstGeom prst="rect">
            <a:avLst/>
          </a:prstGeom>
        </p:spPr>
      </p:pic>
      <p:sp>
        <p:nvSpPr>
          <p:cNvPr id="2" name="Seta para a Direita 1"/>
          <p:cNvSpPr/>
          <p:nvPr/>
        </p:nvSpPr>
        <p:spPr>
          <a:xfrm>
            <a:off x="3885286" y="2873908"/>
            <a:ext cx="5071146" cy="14305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R1 := junte </a:t>
            </a:r>
            <a:r>
              <a:rPr lang="pt-BR" sz="1400" dirty="0" err="1"/>
              <a:t>Disc</a:t>
            </a:r>
            <a:r>
              <a:rPr lang="pt-BR" sz="1400" dirty="0"/>
              <a:t> e </a:t>
            </a:r>
            <a:r>
              <a:rPr lang="pt-BR" sz="1400" dirty="0" err="1"/>
              <a:t>Prof</a:t>
            </a:r>
            <a:r>
              <a:rPr lang="pt-BR" sz="1400" dirty="0"/>
              <a:t> onde </a:t>
            </a:r>
            <a:r>
              <a:rPr lang="pt-BR" sz="1400" dirty="0" err="1"/>
              <a:t>Disc.Matr</a:t>
            </a:r>
            <a:r>
              <a:rPr lang="pt-BR" sz="1400" dirty="0"/>
              <a:t> = </a:t>
            </a:r>
            <a:r>
              <a:rPr lang="pt-BR" sz="1400" dirty="0" err="1"/>
              <a:t>Prof.Matr</a:t>
            </a:r>
            <a:r>
              <a:rPr lang="pt-BR" sz="1400" dirty="0"/>
              <a:t>;</a:t>
            </a:r>
          </a:p>
          <a:p>
            <a:r>
              <a:rPr lang="pt-BR" sz="1400" dirty="0"/>
              <a:t>R2 := selecione R1 onde Nível = GR e Idade &gt; 45;</a:t>
            </a:r>
          </a:p>
          <a:p>
            <a:r>
              <a:rPr lang="pt-BR" sz="1400" dirty="0"/>
              <a:t>R3 := projete R2 em Nome;</a:t>
            </a:r>
          </a:p>
        </p:txBody>
      </p:sp>
      <p:sp>
        <p:nvSpPr>
          <p:cNvPr id="3" name="Seta para a Esquerda 2"/>
          <p:cNvSpPr/>
          <p:nvPr/>
        </p:nvSpPr>
        <p:spPr>
          <a:xfrm>
            <a:off x="3938954" y="4138247"/>
            <a:ext cx="4923692" cy="85578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Dados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76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9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Acessando os Dados</a:t>
            </a:r>
            <a:br>
              <a:rPr lang="pt-BR" dirty="0"/>
            </a:br>
            <a:r>
              <a:rPr lang="pt-BR" dirty="0"/>
              <a:t>Álgebra Relacional</a:t>
            </a:r>
          </a:p>
        </p:txBody>
      </p:sp>
      <p:sp>
        <p:nvSpPr>
          <p:cNvPr id="60928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38200" y="1660424"/>
            <a:ext cx="10515600" cy="408388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pt-BR" sz="3600" dirty="0"/>
              <a:t>Usando declarações da </a:t>
            </a:r>
            <a:r>
              <a:rPr lang="pt-BR" sz="3600" dirty="0">
                <a:solidFill>
                  <a:srgbClr val="C00000"/>
                </a:solidFill>
              </a:rPr>
              <a:t>linguagem SQL </a:t>
            </a:r>
            <a:r>
              <a:rPr lang="pt-BR" sz="3600" dirty="0"/>
              <a:t>podemos </a:t>
            </a:r>
            <a:r>
              <a:rPr lang="pt-BR" sz="3600" dirty="0">
                <a:solidFill>
                  <a:srgbClr val="C00000"/>
                </a:solidFill>
              </a:rPr>
              <a:t>definir</a:t>
            </a:r>
            <a:r>
              <a:rPr lang="pt-BR" sz="3600" dirty="0"/>
              <a:t> a estrutura de um banco de dados, </a:t>
            </a:r>
            <a:r>
              <a:rPr lang="pt-BR" sz="3600" dirty="0">
                <a:solidFill>
                  <a:srgbClr val="C00000"/>
                </a:solidFill>
              </a:rPr>
              <a:t>manipular</a:t>
            </a:r>
            <a:r>
              <a:rPr lang="pt-BR" sz="3600" dirty="0"/>
              <a:t> os dados suas tabela, </a:t>
            </a:r>
            <a:r>
              <a:rPr lang="pt-BR" sz="3600" dirty="0">
                <a:solidFill>
                  <a:srgbClr val="C00000"/>
                </a:solidFill>
              </a:rPr>
              <a:t>controlar</a:t>
            </a:r>
            <a:r>
              <a:rPr lang="pt-BR" sz="3600" dirty="0"/>
              <a:t> acesso e </a:t>
            </a:r>
            <a:r>
              <a:rPr lang="pt-BR" sz="3600" dirty="0">
                <a:solidFill>
                  <a:srgbClr val="C00000"/>
                </a:solidFill>
              </a:rPr>
              <a:t>gerenciar</a:t>
            </a:r>
            <a:r>
              <a:rPr lang="pt-BR" sz="3600" dirty="0"/>
              <a:t> </a:t>
            </a:r>
            <a:r>
              <a:rPr lang="pt-BR" sz="3600" dirty="0">
                <a:solidFill>
                  <a:srgbClr val="C00000"/>
                </a:solidFill>
              </a:rPr>
              <a:t>operações</a:t>
            </a:r>
            <a:r>
              <a:rPr lang="pt-BR" sz="3600" dirty="0"/>
              <a:t> (transações).</a:t>
            </a:r>
          </a:p>
          <a:p>
            <a:pPr>
              <a:lnSpc>
                <a:spcPct val="100000"/>
              </a:lnSpc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sz="1100" dirty="0"/>
          </a:p>
          <a:p>
            <a:pPr>
              <a:lnSpc>
                <a:spcPct val="100000"/>
              </a:lnSpc>
            </a:pPr>
            <a:r>
              <a:rPr lang="pt-BR" sz="3600" dirty="0"/>
              <a:t>A linguagem SQL é dividida em 4 classes de instruções: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>
              <a:buFont typeface="Wingdings" panose="05000000000000000000" pitchFamily="2" charset="2"/>
              <a:buChar char="ü"/>
            </a:pPr>
            <a:endParaRPr lang="pt-BR" dirty="0"/>
          </a:p>
        </p:txBody>
      </p:sp>
      <p:sp>
        <p:nvSpPr>
          <p:cNvPr id="609282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 dirty="0"/>
              <a:t>Roberto </a:t>
            </a:r>
            <a:r>
              <a:rPr lang="pt-BR" altLang="en-US" dirty="0" err="1"/>
              <a:t>Harkovsky</a:t>
            </a:r>
            <a:endParaRPr lang="pt-BR" altLang="en-US" dirty="0"/>
          </a:p>
        </p:txBody>
      </p:sp>
      <p:sp>
        <p:nvSpPr>
          <p:cNvPr id="609283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FAF3-036B-4FDE-8759-EA9E530D51DC}" type="slidenum">
              <a:rPr lang="pt-BR" altLang="en-US" smtClean="0"/>
              <a:pPr/>
              <a:t>32</a:t>
            </a:fld>
            <a:endParaRPr lang="pt-BR" altLang="en-US" dirty="0"/>
          </a:p>
        </p:txBody>
      </p:sp>
      <p:pic>
        <p:nvPicPr>
          <p:cNvPr id="18" name="Imagem 17" descr="Server PNG Transparent Images | PNG All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07" y="2873908"/>
            <a:ext cx="1573038" cy="1667702"/>
          </a:xfrm>
          <a:prstGeom prst="rect">
            <a:avLst/>
          </a:prstGeom>
        </p:spPr>
      </p:pic>
      <p:pic>
        <p:nvPicPr>
          <p:cNvPr id="19" name="Imagem 18" descr="File:User icon 1.svg - Wikimedia Commons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089" y="3343684"/>
            <a:ext cx="1114263" cy="960806"/>
          </a:xfrm>
          <a:prstGeom prst="rect">
            <a:avLst/>
          </a:prstGeom>
        </p:spPr>
      </p:pic>
      <p:pic>
        <p:nvPicPr>
          <p:cNvPr id="21" name="Imagem 20" descr="Linuxブログ : 2014 : 12月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880" y="3288236"/>
            <a:ext cx="1307877" cy="1141452"/>
          </a:xfrm>
          <a:prstGeom prst="rect">
            <a:avLst/>
          </a:prstGeom>
        </p:spPr>
      </p:pic>
      <p:sp>
        <p:nvSpPr>
          <p:cNvPr id="2" name="Seta para a Direita 1"/>
          <p:cNvSpPr/>
          <p:nvPr/>
        </p:nvSpPr>
        <p:spPr>
          <a:xfrm>
            <a:off x="3885286" y="2873908"/>
            <a:ext cx="5071146" cy="14305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</a:t>
            </a:r>
          </a:p>
        </p:txBody>
      </p:sp>
      <p:sp>
        <p:nvSpPr>
          <p:cNvPr id="3" name="Seta para a Esquerda 2"/>
          <p:cNvSpPr/>
          <p:nvPr/>
        </p:nvSpPr>
        <p:spPr>
          <a:xfrm>
            <a:off x="3938954" y="4138247"/>
            <a:ext cx="4923692" cy="85578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Dados</a:t>
            </a:r>
          </a:p>
        </p:txBody>
      </p:sp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2491539875"/>
              </p:ext>
            </p:extLst>
          </p:nvPr>
        </p:nvGraphicFramePr>
        <p:xfrm>
          <a:off x="2617889" y="5602290"/>
          <a:ext cx="6459418" cy="1224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31562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9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9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284" grpId="0" uiExpand="1" build="p"/>
      <p:bldP spid="2" grpId="0" animBg="1"/>
      <p:bldP spid="3" grpId="0" animBg="1"/>
      <p:bldGraphic spid="11" grpId="0">
        <p:bldAsOne/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44D388-3926-4217-A232-978AE6E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pt-BR" sz="5600" dirty="0"/>
              <a:t>Tipo de </a:t>
            </a:r>
            <a:r>
              <a:rPr lang="pt-BR" sz="5600" dirty="0" err="1"/>
              <a:t>de</a:t>
            </a:r>
            <a:r>
              <a:rPr lang="pt-BR" sz="5600" dirty="0"/>
              <a:t> Banco de dados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12" name="Espaço Reservado para Conteúdo 2">
            <a:extLst>
              <a:ext uri="{FF2B5EF4-FFF2-40B4-BE49-F238E27FC236}">
                <a16:creationId xmlns:a16="http://schemas.microsoft.com/office/drawing/2014/main" id="{B74A1313-C7D7-C6B5-52D9-72B140B701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5635405"/>
              </p:ext>
            </p:extLst>
          </p:nvPr>
        </p:nvGraphicFramePr>
        <p:xfrm>
          <a:off x="770007" y="1914833"/>
          <a:ext cx="1116349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0144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06A9B90-9184-4B7A-B03E-E1508678CE48}"/>
              </a:ext>
            </a:extLst>
          </p:cNvPr>
          <p:cNvSpPr txBox="1"/>
          <p:nvPr/>
        </p:nvSpPr>
        <p:spPr>
          <a:xfrm>
            <a:off x="630936" y="2807208"/>
            <a:ext cx="3961846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000" dirty="0"/>
              <a:t>Tipo de Banco de Dados</a:t>
            </a:r>
          </a:p>
        </p:txBody>
      </p:sp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39BF0260-8F29-47EF-B7FE-C398F0952F5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" b="-2350"/>
          <a:stretch/>
        </p:blipFill>
        <p:spPr>
          <a:xfrm>
            <a:off x="5826635" y="640080"/>
            <a:ext cx="455904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93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842248" y="1481328"/>
            <a:ext cx="2926080" cy="2468880"/>
          </a:xfrm>
        </p:spPr>
        <p:txBody>
          <a:bodyPr>
            <a:normAutofit/>
          </a:bodyPr>
          <a:lstStyle/>
          <a:p>
            <a:pPr algn="l"/>
            <a:r>
              <a:rPr lang="pt-BR" sz="4000"/>
              <a:t>Banco de Dados 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842248" y="4078224"/>
            <a:ext cx="2926080" cy="1307592"/>
          </a:xfrm>
        </p:spPr>
        <p:txBody>
          <a:bodyPr>
            <a:normAutofit/>
          </a:bodyPr>
          <a:lstStyle/>
          <a:p>
            <a:pPr algn="l"/>
            <a:r>
              <a:rPr lang="pt-BR" sz="2000"/>
              <a:t>Prof. Roberto Harkovsky, MsC</a:t>
            </a:r>
          </a:p>
        </p:txBody>
      </p:sp>
      <p:pic>
        <p:nvPicPr>
          <p:cNvPr id="5" name="Picture 2" descr="Resultado de imagem para instancia banco de dados sq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2" r="-1" b="12926"/>
          <a:stretch/>
        </p:blipFill>
        <p:spPr bwMode="auto">
          <a:xfrm>
            <a:off x="921910" y="465243"/>
            <a:ext cx="7761924" cy="5343065"/>
          </a:xfrm>
          <a:custGeom>
            <a:avLst/>
            <a:gdLst/>
            <a:ahLst/>
            <a:cxnLst/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8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6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6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|16.8|4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1502</Words>
  <Application>Microsoft Office PowerPoint</Application>
  <PresentationFormat>Widescreen</PresentationFormat>
  <Paragraphs>279</Paragraphs>
  <Slides>35</Slides>
  <Notes>14</Notes>
  <HiddenSlides>4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4" baseType="lpstr">
      <vt:lpstr>72</vt:lpstr>
      <vt:lpstr>Arial</vt:lpstr>
      <vt:lpstr>Arial Narrow</vt:lpstr>
      <vt:lpstr>Calibri</vt:lpstr>
      <vt:lpstr>Calibri Light</vt:lpstr>
      <vt:lpstr>Cascadia Code</vt:lpstr>
      <vt:lpstr>Rockwell</vt:lpstr>
      <vt:lpstr>Wingdings</vt:lpstr>
      <vt:lpstr>Tema do Office</vt:lpstr>
      <vt:lpstr>Banco de Dados I</vt:lpstr>
      <vt:lpstr>Ocupações em TI</vt:lpstr>
      <vt:lpstr>Começando...</vt:lpstr>
      <vt:lpstr>Apresentação do PowerPoint</vt:lpstr>
      <vt:lpstr>VIVEMOS UMA FASE DE TRANSIÇÃO DO VALOR DA INFORMAÇÃO PARA AS EMPRESAS </vt:lpstr>
      <vt:lpstr>Antigamente a informação era o Conhecimento que  Habilitava o Negócio</vt:lpstr>
      <vt:lpstr>MAS HOJE TUDO MUDOU!!!</vt:lpstr>
      <vt:lpstr>Agora a  Informação é o Negócio...</vt:lpstr>
      <vt:lpstr>E para habitar o negócio, as empresas buscam informações nossas (seus clientes) em todos os lugares!!!</vt:lpstr>
      <vt:lpstr>Dados e dados e dados ...</vt:lpstr>
      <vt:lpstr>Mas esta quantidade de dados já está presente faz algum tempo... Por que não foi utilizada antes???</vt:lpstr>
      <vt:lpstr>Grandes Questões...</vt:lpstr>
      <vt:lpstr>Apresentação do PowerPoint</vt:lpstr>
      <vt:lpstr>Apresentação do PowerPoint</vt:lpstr>
      <vt:lpstr>Exemplos de Dados/Informações</vt:lpstr>
      <vt:lpstr>Introdução a Banco de Dados</vt:lpstr>
      <vt:lpstr>Empresas de Dados...</vt:lpstr>
      <vt:lpstr>Mas o que são Dados?</vt:lpstr>
      <vt:lpstr>Quais os formatos dos Dados?</vt:lpstr>
      <vt:lpstr>O que é um Database?</vt:lpstr>
      <vt:lpstr>Propósito do uso de Banco de Dados</vt:lpstr>
      <vt:lpstr>Propósito do uso de Banco de Dados</vt:lpstr>
      <vt:lpstr>Qual o propósito de uso do Banco de Dados?</vt:lpstr>
      <vt:lpstr>O que é, então, um Banco de Dados?</vt:lpstr>
      <vt:lpstr>O que é um Sistema Gerenciador de Banco de Dados?</vt:lpstr>
      <vt:lpstr>Propriedades de um Sistema Gerenciador de Banco de Dados</vt:lpstr>
      <vt:lpstr>Controle e Manipulação de Dados..  Mas Como Representar os Dados?</vt:lpstr>
      <vt:lpstr>Modelando os Dados</vt:lpstr>
      <vt:lpstr>Escolhendo o Modelo de BD</vt:lpstr>
      <vt:lpstr>Armazenando os Dados</vt:lpstr>
      <vt:lpstr>Acessando os Dados Álgebra Relacional</vt:lpstr>
      <vt:lpstr>Acessando os Dados Álgebra Relacional</vt:lpstr>
      <vt:lpstr>Tipo de de Banco de dados</vt:lpstr>
      <vt:lpstr>Apresentação do PowerPoint</vt:lpstr>
      <vt:lpstr>Banco de Dados 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 I</dc:title>
  <dc:creator>Roberto Harkovsky da Cunha</dc:creator>
  <cp:lastModifiedBy>Roberto Harkovsky da Cunha</cp:lastModifiedBy>
  <cp:revision>14</cp:revision>
  <dcterms:created xsi:type="dcterms:W3CDTF">2021-08-05T21:00:17Z</dcterms:created>
  <dcterms:modified xsi:type="dcterms:W3CDTF">2025-02-20T16:47:38Z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deaceb-9851-4663-bccf-596767454be3_Enabled">
    <vt:lpwstr>true</vt:lpwstr>
  </property>
  <property fmtid="{D5CDD505-2E9C-101B-9397-08002B2CF9AE}" pid="3" name="MSIP_Label_22deaceb-9851-4663-bccf-596767454be3_SetDate">
    <vt:lpwstr>2022-02-07T23:18:02Z</vt:lpwstr>
  </property>
  <property fmtid="{D5CDD505-2E9C-101B-9397-08002B2CF9AE}" pid="4" name="MSIP_Label_22deaceb-9851-4663-bccf-596767454be3_Method">
    <vt:lpwstr>Standard</vt:lpwstr>
  </property>
  <property fmtid="{D5CDD505-2E9C-101B-9397-08002B2CF9AE}" pid="5" name="MSIP_Label_22deaceb-9851-4663-bccf-596767454be3_Name">
    <vt:lpwstr>22deaceb-9851-4663-bccf-596767454be3</vt:lpwstr>
  </property>
  <property fmtid="{D5CDD505-2E9C-101B-9397-08002B2CF9AE}" pid="6" name="MSIP_Label_22deaceb-9851-4663-bccf-596767454be3_SiteId">
    <vt:lpwstr>809f94a6-0477-4390-b86e-eab14c5493a7</vt:lpwstr>
  </property>
  <property fmtid="{D5CDD505-2E9C-101B-9397-08002B2CF9AE}" pid="7" name="MSIP_Label_22deaceb-9851-4663-bccf-596767454be3_ActionId">
    <vt:lpwstr>d36f557f-0d3d-4452-87da-53186a52d25c</vt:lpwstr>
  </property>
  <property fmtid="{D5CDD505-2E9C-101B-9397-08002B2CF9AE}" pid="8" name="MSIP_Label_22deaceb-9851-4663-bccf-596767454be3_ContentBits">
    <vt:lpwstr>2</vt:lpwstr>
  </property>
</Properties>
</file>